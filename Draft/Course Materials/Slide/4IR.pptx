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59" r:id="rId5"/>
    <p:sldId id="258" r:id="rId6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51CAC-97D1-4981-8779-EF480E5E17F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3BA-BEB8-4EE9-860A-2C2C3FF7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4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51CAC-97D1-4981-8779-EF480E5E17F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3BA-BEB8-4EE9-860A-2C2C3FF7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47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51CAC-97D1-4981-8779-EF480E5E17F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3BA-BEB8-4EE9-860A-2C2C3FF7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25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51CAC-97D1-4981-8779-EF480E5E17F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3BA-BEB8-4EE9-860A-2C2C3FF7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01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51CAC-97D1-4981-8779-EF480E5E17F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3BA-BEB8-4EE9-860A-2C2C3FF7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56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51CAC-97D1-4981-8779-EF480E5E17F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3BA-BEB8-4EE9-860A-2C2C3FF7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1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51CAC-97D1-4981-8779-EF480E5E17F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3BA-BEB8-4EE9-860A-2C2C3FF7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11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51CAC-97D1-4981-8779-EF480E5E17F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3BA-BEB8-4EE9-860A-2C2C3FF7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3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51CAC-97D1-4981-8779-EF480E5E17F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3BA-BEB8-4EE9-860A-2C2C3FF7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9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51CAC-97D1-4981-8779-EF480E5E17F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3BA-BEB8-4EE9-860A-2C2C3FF7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307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51CAC-97D1-4981-8779-EF480E5E17F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E3BA-BEB8-4EE9-860A-2C2C3FF7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96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51CAC-97D1-4981-8779-EF480E5E17F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0E3BA-BEB8-4EE9-860A-2C2C3FF70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48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81200" y="990600"/>
            <a:ext cx="5181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https://www.youtube.com/watch?v=IWvipzHyL8c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057400" y="1524000"/>
            <a:ext cx="5181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https://www.youtube.com/watch?v=bNfZWqDLW0Q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133600" y="1923458"/>
            <a:ext cx="533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https://www.youtube.com/watch?v=Bo2bu3C6xW8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579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3001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797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1589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661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311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9</Words>
  <Application>Microsoft Office PowerPoint</Application>
  <PresentationFormat>On-screen Show (4:3)</PresentationFormat>
  <Paragraphs>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 - [2010]</dc:creator>
  <cp:lastModifiedBy>ismail - [2010]</cp:lastModifiedBy>
  <cp:revision>6</cp:revision>
  <dcterms:created xsi:type="dcterms:W3CDTF">2022-05-22T16:12:20Z</dcterms:created>
  <dcterms:modified xsi:type="dcterms:W3CDTF">2022-05-22T17:49:07Z</dcterms:modified>
</cp:coreProperties>
</file>