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9" r:id="rId2"/>
    <p:sldId id="257" r:id="rId3"/>
    <p:sldId id="259" r:id="rId4"/>
    <p:sldId id="258" r:id="rId5"/>
    <p:sldId id="264" r:id="rId6"/>
    <p:sldId id="263" r:id="rId7"/>
    <p:sldId id="262" r:id="rId8"/>
    <p:sldId id="261" r:id="rId9"/>
    <p:sldId id="260" r:id="rId10"/>
    <p:sldId id="268" r:id="rId11"/>
    <p:sldId id="265" r:id="rId12"/>
    <p:sldId id="267" r:id="rId13"/>
    <p:sldId id="266" r:id="rId14"/>
    <p:sldId id="273" r:id="rId15"/>
    <p:sldId id="270" r:id="rId16"/>
    <p:sldId id="272" r:id="rId17"/>
    <p:sldId id="271" r:id="rId18"/>
    <p:sldId id="274" r:id="rId19"/>
    <p:sldId id="276" r:id="rId20"/>
    <p:sldId id="275" r:id="rId2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9" d="100"/>
          <a:sy n="79" d="100"/>
        </p:scale>
        <p:origin x="1536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47827-B6A5-490A-947B-196FD5AD35A6}" type="datetimeFigureOut">
              <a:rPr lang="en-US" smtClean="0"/>
              <a:t>12/12/2023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D85B92-558E-48BF-9D3A-E99482121F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96233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47827-B6A5-490A-947B-196FD5AD35A6}" type="datetimeFigureOut">
              <a:rPr lang="en-US" smtClean="0"/>
              <a:t>12/12/2023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D85B92-558E-48BF-9D3A-E99482121F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44819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47827-B6A5-490A-947B-196FD5AD35A6}" type="datetimeFigureOut">
              <a:rPr lang="en-US" smtClean="0"/>
              <a:t>12/12/2023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D85B92-558E-48BF-9D3A-E99482121F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220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47827-B6A5-490A-947B-196FD5AD35A6}" type="datetimeFigureOut">
              <a:rPr lang="en-US" smtClean="0"/>
              <a:t>12/12/2023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D85B92-558E-48BF-9D3A-E99482121F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72452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47827-B6A5-490A-947B-196FD5AD35A6}" type="datetimeFigureOut">
              <a:rPr lang="en-US" smtClean="0"/>
              <a:t>12/12/2023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D85B92-558E-48BF-9D3A-E99482121F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78769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47827-B6A5-490A-947B-196FD5AD35A6}" type="datetimeFigureOut">
              <a:rPr lang="en-US" smtClean="0"/>
              <a:t>12/12/2023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D85B92-558E-48BF-9D3A-E99482121F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63925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47827-B6A5-490A-947B-196FD5AD35A6}" type="datetimeFigureOut">
              <a:rPr lang="en-US" smtClean="0"/>
              <a:t>12/12/2023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D85B92-558E-48BF-9D3A-E99482121F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9846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47827-B6A5-490A-947B-196FD5AD35A6}" type="datetimeFigureOut">
              <a:rPr lang="en-US" smtClean="0"/>
              <a:t>12/12/2023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D85B92-558E-48BF-9D3A-E99482121F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69504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47827-B6A5-490A-947B-196FD5AD35A6}" type="datetimeFigureOut">
              <a:rPr lang="en-US" smtClean="0"/>
              <a:t>12/12/2023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D85B92-558E-48BF-9D3A-E99482121F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2462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47827-B6A5-490A-947B-196FD5AD35A6}" type="datetimeFigureOut">
              <a:rPr lang="en-US" smtClean="0"/>
              <a:t>12/12/2023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D85B92-558E-48BF-9D3A-E99482121F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9745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47827-B6A5-490A-947B-196FD5AD35A6}" type="datetimeFigureOut">
              <a:rPr lang="en-US" smtClean="0"/>
              <a:t>12/12/2023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D85B92-558E-48BF-9D3A-E99482121F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80204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247827-B6A5-490A-947B-196FD5AD35A6}" type="datetimeFigureOut">
              <a:rPr lang="en-US" smtClean="0"/>
              <a:t>12/12/2023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D85B92-558E-48BF-9D3A-E99482121F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68959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575" y="1143000"/>
            <a:ext cx="7422825" cy="396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60345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00" y="381000"/>
            <a:ext cx="7848600" cy="5086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212077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143000"/>
            <a:ext cx="8824014" cy="35194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222314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7725" y="914400"/>
            <a:ext cx="7448550" cy="4200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2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8026" y="5114925"/>
            <a:ext cx="5898573" cy="495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3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4191000"/>
            <a:ext cx="800100" cy="561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4" name="Picture 8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8400" y="4238624"/>
            <a:ext cx="685800" cy="466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099460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609600"/>
            <a:ext cx="8645236" cy="426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14265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838200"/>
            <a:ext cx="7507432" cy="457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735507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762000"/>
            <a:ext cx="8446770" cy="3276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414801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1" y="685801"/>
            <a:ext cx="8458200" cy="4548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072666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663" y="2014538"/>
            <a:ext cx="6924675" cy="2828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882247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609600"/>
            <a:ext cx="8382000" cy="41862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184834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533400"/>
            <a:ext cx="7945200" cy="3886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4343399"/>
            <a:ext cx="1828800" cy="13513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58691" y="4343399"/>
            <a:ext cx="3657600" cy="2000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951201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685799"/>
            <a:ext cx="8086725" cy="49623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166450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609600"/>
            <a:ext cx="8382000" cy="4933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1836" y="3014663"/>
            <a:ext cx="5680364" cy="3102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203641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999" y="1066800"/>
            <a:ext cx="8458201" cy="391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537095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304801"/>
            <a:ext cx="7848600" cy="2743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3200400"/>
            <a:ext cx="7848600" cy="3152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386786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02" y="990600"/>
            <a:ext cx="8902498" cy="3929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105865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478" y="609600"/>
            <a:ext cx="8677922" cy="4781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666854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475" y="990600"/>
            <a:ext cx="7639050" cy="4076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325266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763" y="762000"/>
            <a:ext cx="7610475" cy="439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3754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9039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274</TotalTime>
  <Words>0</Words>
  <Application>Microsoft Office PowerPoint</Application>
  <PresentationFormat>On-screen Show (4:3)</PresentationFormat>
  <Paragraphs>0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ismail - [2010]</dc:creator>
  <cp:lastModifiedBy>DELL</cp:lastModifiedBy>
  <cp:revision>51</cp:revision>
  <dcterms:created xsi:type="dcterms:W3CDTF">2022-05-19T03:52:25Z</dcterms:created>
  <dcterms:modified xsi:type="dcterms:W3CDTF">2023-12-12T06:09:22Z</dcterms:modified>
</cp:coreProperties>
</file>