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59" r:id="rId3"/>
    <p:sldId id="263" r:id="rId4"/>
    <p:sldId id="262" r:id="rId5"/>
    <p:sldId id="261" r:id="rId6"/>
    <p:sldId id="260" r:id="rId7"/>
    <p:sldId id="277" r:id="rId8"/>
    <p:sldId id="258" r:id="rId9"/>
    <p:sldId id="267" r:id="rId10"/>
    <p:sldId id="279" r:id="rId11"/>
    <p:sldId id="266" r:id="rId12"/>
    <p:sldId id="265" r:id="rId13"/>
    <p:sldId id="264" r:id="rId14"/>
    <p:sldId id="272" r:id="rId15"/>
    <p:sldId id="280" r:id="rId16"/>
    <p:sldId id="28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66" y="2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F3AC-B6EA-4227-94A7-1F308F9C7AF8}" type="datetimeFigureOut">
              <a:rPr lang="en-US" smtClean="0"/>
              <a:t>8/1/2022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6C3D-CE79-4EFC-89B7-0C87609DDC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03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F3AC-B6EA-4227-94A7-1F308F9C7AF8}" type="datetimeFigureOut">
              <a:rPr lang="en-US" smtClean="0"/>
              <a:t>8/1/2022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6C3D-CE79-4EFC-89B7-0C87609DDC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328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F3AC-B6EA-4227-94A7-1F308F9C7AF8}" type="datetimeFigureOut">
              <a:rPr lang="en-US" smtClean="0"/>
              <a:t>8/1/2022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6C3D-CE79-4EFC-89B7-0C87609DDC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951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F3AC-B6EA-4227-94A7-1F308F9C7AF8}" type="datetimeFigureOut">
              <a:rPr lang="en-US" smtClean="0"/>
              <a:t>8/1/2022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6C3D-CE79-4EFC-89B7-0C87609DDC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386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F3AC-B6EA-4227-94A7-1F308F9C7AF8}" type="datetimeFigureOut">
              <a:rPr lang="en-US" smtClean="0"/>
              <a:t>8/1/2022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6C3D-CE79-4EFC-89B7-0C87609DDC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246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F3AC-B6EA-4227-94A7-1F308F9C7AF8}" type="datetimeFigureOut">
              <a:rPr lang="en-US" smtClean="0"/>
              <a:t>8/1/2022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6C3D-CE79-4EFC-89B7-0C87609DDC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178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F3AC-B6EA-4227-94A7-1F308F9C7AF8}" type="datetimeFigureOut">
              <a:rPr lang="en-US" smtClean="0"/>
              <a:t>8/1/2022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6C3D-CE79-4EFC-89B7-0C87609DDC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833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F3AC-B6EA-4227-94A7-1F308F9C7AF8}" type="datetimeFigureOut">
              <a:rPr lang="en-US" smtClean="0"/>
              <a:t>8/1/2022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6C3D-CE79-4EFC-89B7-0C87609DDC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64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F3AC-B6EA-4227-94A7-1F308F9C7AF8}" type="datetimeFigureOut">
              <a:rPr lang="en-US" smtClean="0"/>
              <a:t>8/1/2022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6C3D-CE79-4EFC-89B7-0C87609DDC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42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F3AC-B6EA-4227-94A7-1F308F9C7AF8}" type="datetimeFigureOut">
              <a:rPr lang="en-US" smtClean="0"/>
              <a:t>8/1/2022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6C3D-CE79-4EFC-89B7-0C87609DDC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080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F3AC-B6EA-4227-94A7-1F308F9C7AF8}" type="datetimeFigureOut">
              <a:rPr lang="en-US" smtClean="0"/>
              <a:t>8/1/2022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6C3D-CE79-4EFC-89B7-0C87609DDC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620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AAF3AC-B6EA-4227-94A7-1F308F9C7AF8}" type="datetimeFigureOut">
              <a:rPr lang="en-US" smtClean="0"/>
              <a:t>8/1/2022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556C3D-CE79-4EFC-89B7-0C87609DDC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305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041" y="254776"/>
            <a:ext cx="9240658" cy="37390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42917" y="3993836"/>
            <a:ext cx="769274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/>
              <a:t>For Class_A- Net_ID. Host_ID.Host_ID.Host_ID/8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/>
              <a:t>For Class_B- Net_ID. Net_ID.Host_ID.Host_ID/16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/>
              <a:t>For Class_C- Net_ID. Net_ID. Net_ID. Host_ID/24</a:t>
            </a:r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2704563" y="5649287"/>
            <a:ext cx="61818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Start- 00000000.00000000.00000000.00000000</a:t>
            </a:r>
          </a:p>
          <a:p>
            <a:r>
              <a:rPr lang="en-US" sz="2400" dirty="0" smtClean="0"/>
              <a:t>END- 11111111.11111111.11111111.11111111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56784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572" y="540912"/>
            <a:ext cx="10242997" cy="464135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0709" y="5182270"/>
            <a:ext cx="4952030" cy="48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168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402" y="364232"/>
            <a:ext cx="9386351" cy="36660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015" y="4115404"/>
            <a:ext cx="8582025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603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579" y="811368"/>
            <a:ext cx="9892966" cy="460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804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856" y="367733"/>
            <a:ext cx="9632995" cy="56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786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444" y="323716"/>
            <a:ext cx="9740704" cy="328237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11" y="4118523"/>
            <a:ext cx="9641361" cy="17430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1336" y="3737523"/>
            <a:ext cx="5257800" cy="381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1336" y="5936910"/>
            <a:ext cx="5619750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499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881091" y="218943"/>
            <a:ext cx="28688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Class-A  IP address Range</a:t>
            </a:r>
            <a:endParaRPr lang="en-US" sz="2000" b="1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728788"/>
              </p:ext>
            </p:extLst>
          </p:nvPr>
        </p:nvGraphicFramePr>
        <p:xfrm>
          <a:off x="2032000" y="719664"/>
          <a:ext cx="8245340" cy="1637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1335"/>
                <a:gridCol w="2061335"/>
                <a:gridCol w="2061335"/>
                <a:gridCol w="2061335"/>
              </a:tblGrid>
              <a:tr h="409293">
                <a:tc>
                  <a:txBody>
                    <a:bodyPr/>
                    <a:lstStyle/>
                    <a:p>
                      <a:r>
                        <a:rPr lang="en-US" b="1" dirty="0" smtClean="0"/>
                        <a:t>Net_ID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Host_ID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Host_ID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Host_ID</a:t>
                      </a:r>
                      <a:endParaRPr lang="en-US" b="1" dirty="0"/>
                    </a:p>
                  </a:txBody>
                  <a:tcPr/>
                </a:tc>
              </a:tr>
              <a:tr h="409293">
                <a:tc>
                  <a:txBody>
                    <a:bodyPr/>
                    <a:lstStyle/>
                    <a:p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/>
                </a:tc>
              </a:tr>
              <a:tr h="409293">
                <a:tc>
                  <a:txBody>
                    <a:bodyPr/>
                    <a:lstStyle/>
                    <a:p>
                      <a:r>
                        <a:rPr lang="en-US" b="1" dirty="0" smtClean="0"/>
                        <a:t>…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…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…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…</a:t>
                      </a:r>
                      <a:endParaRPr lang="en-US" b="1" dirty="0"/>
                    </a:p>
                  </a:txBody>
                  <a:tcPr/>
                </a:tc>
              </a:tr>
              <a:tr h="409293">
                <a:tc>
                  <a:txBody>
                    <a:bodyPr/>
                    <a:lstStyle/>
                    <a:p>
                      <a:r>
                        <a:rPr lang="en-US" b="1" dirty="0" smtClean="0"/>
                        <a:t>127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255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255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255</a:t>
                      </a:r>
                      <a:endParaRPr lang="en-US" b="1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911856"/>
              </p:ext>
            </p:extLst>
          </p:nvPr>
        </p:nvGraphicFramePr>
        <p:xfrm>
          <a:off x="2132884" y="3994486"/>
          <a:ext cx="8245340" cy="1637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1335"/>
                <a:gridCol w="2061335"/>
                <a:gridCol w="2061335"/>
                <a:gridCol w="2061335"/>
              </a:tblGrid>
              <a:tr h="409293">
                <a:tc>
                  <a:txBody>
                    <a:bodyPr/>
                    <a:lstStyle/>
                    <a:p>
                      <a:r>
                        <a:rPr lang="en-US" b="1" dirty="0" smtClean="0"/>
                        <a:t>Net_ID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Net_ID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Host_ID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Host_ID</a:t>
                      </a:r>
                      <a:endParaRPr lang="en-US" b="1" dirty="0"/>
                    </a:p>
                  </a:txBody>
                  <a:tcPr/>
                </a:tc>
              </a:tr>
              <a:tr h="409293">
                <a:tc>
                  <a:txBody>
                    <a:bodyPr/>
                    <a:lstStyle/>
                    <a:p>
                      <a:r>
                        <a:rPr lang="en-US" b="1" dirty="0" smtClean="0"/>
                        <a:t>128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/>
                </a:tc>
              </a:tr>
              <a:tr h="409293">
                <a:tc>
                  <a:txBody>
                    <a:bodyPr/>
                    <a:lstStyle/>
                    <a:p>
                      <a:r>
                        <a:rPr lang="en-US" b="1" dirty="0" smtClean="0"/>
                        <a:t>…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…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…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…</a:t>
                      </a:r>
                      <a:endParaRPr lang="en-US" b="1" dirty="0"/>
                    </a:p>
                  </a:txBody>
                  <a:tcPr/>
                </a:tc>
              </a:tr>
              <a:tr h="409293">
                <a:tc>
                  <a:txBody>
                    <a:bodyPr/>
                    <a:lstStyle/>
                    <a:p>
                      <a:r>
                        <a:rPr lang="en-US" b="1" dirty="0" smtClean="0"/>
                        <a:t>191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255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255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255</a:t>
                      </a:r>
                      <a:endParaRPr lang="en-US" b="1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721994" y="2702419"/>
                <a:ext cx="4262907" cy="845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sz="2400" b="1" dirty="0" smtClean="0"/>
                  <a:t>No. of network-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endParaRPr lang="en-US" sz="2400" b="1" dirty="0" smtClean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sz="2400" b="1" dirty="0" smtClean="0"/>
                  <a:t>No. of Host-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994" y="2702419"/>
                <a:ext cx="4262907" cy="845873"/>
              </a:xfrm>
              <a:prstGeom prst="rect">
                <a:avLst/>
              </a:prstGeom>
              <a:blipFill rotWithShape="0">
                <a:blip r:embed="rId2"/>
                <a:stretch>
                  <a:fillRect l="-2003" t="-5036" b="-158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4881091" y="3548292"/>
            <a:ext cx="28688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Class-B  IP address Range</a:t>
            </a:r>
            <a:endParaRPr 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150773" y="5631658"/>
                <a:ext cx="8525814" cy="10296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sz="2000" b="1" dirty="0" smtClean="0"/>
                  <a:t>No. of Network-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endParaRPr lang="en-US" sz="2000" b="1" dirty="0" smtClean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sz="2000" b="1" dirty="0" smtClean="0"/>
                  <a:t>No. of Host-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𝒎𝒆𝒂𝒏𝒔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𝒏𝒆𝒕𝒘𝒐𝒓𝒌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𝒂𝒅𝒅𝒓𝒆𝒔𝒔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𝒃𝒓𝒐𝒂𝒅𝒄𝒂𝒔𝒕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𝒂𝒅𝒅𝒓𝒆𝒔𝒔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773" y="5631658"/>
                <a:ext cx="8525814" cy="1029641"/>
              </a:xfrm>
              <a:prstGeom prst="rect">
                <a:avLst/>
              </a:prstGeom>
              <a:blipFill rotWithShape="0">
                <a:blip r:embed="rId3"/>
                <a:stretch>
                  <a:fillRect l="-644" t="-2367" b="-47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9780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885" y="227063"/>
            <a:ext cx="9994005" cy="590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4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408" y="329686"/>
            <a:ext cx="8709009" cy="295167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1408" y="3834751"/>
            <a:ext cx="8648807" cy="175468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987" y="3281362"/>
            <a:ext cx="5534025" cy="2952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8987" y="5718957"/>
            <a:ext cx="5676900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09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881091" y="218943"/>
            <a:ext cx="28688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Class-C  IP address Range</a:t>
            </a:r>
            <a:endParaRPr lang="en-US" sz="2000" b="1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351429"/>
              </p:ext>
            </p:extLst>
          </p:nvPr>
        </p:nvGraphicFramePr>
        <p:xfrm>
          <a:off x="2032000" y="719664"/>
          <a:ext cx="8245340" cy="1637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1335"/>
                <a:gridCol w="2061335"/>
                <a:gridCol w="2061335"/>
                <a:gridCol w="2061335"/>
              </a:tblGrid>
              <a:tr h="409293">
                <a:tc>
                  <a:txBody>
                    <a:bodyPr/>
                    <a:lstStyle/>
                    <a:p>
                      <a:r>
                        <a:rPr lang="en-US" b="1" dirty="0" smtClean="0"/>
                        <a:t>Net_ID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Net_ID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Net_ID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Host_ID</a:t>
                      </a:r>
                      <a:endParaRPr lang="en-US" b="1" dirty="0"/>
                    </a:p>
                  </a:txBody>
                  <a:tcPr/>
                </a:tc>
              </a:tr>
              <a:tr h="409293">
                <a:tc>
                  <a:txBody>
                    <a:bodyPr/>
                    <a:lstStyle/>
                    <a:p>
                      <a:r>
                        <a:rPr lang="en-US" b="1" dirty="0" smtClean="0"/>
                        <a:t>192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/>
                </a:tc>
              </a:tr>
              <a:tr h="409293">
                <a:tc>
                  <a:txBody>
                    <a:bodyPr/>
                    <a:lstStyle/>
                    <a:p>
                      <a:r>
                        <a:rPr lang="en-US" b="1" dirty="0" smtClean="0"/>
                        <a:t>…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…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…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…</a:t>
                      </a:r>
                      <a:endParaRPr lang="en-US" b="1" dirty="0"/>
                    </a:p>
                  </a:txBody>
                  <a:tcPr/>
                </a:tc>
              </a:tr>
              <a:tr h="409293">
                <a:tc>
                  <a:txBody>
                    <a:bodyPr/>
                    <a:lstStyle/>
                    <a:p>
                      <a:r>
                        <a:rPr lang="en-US" b="1" dirty="0" smtClean="0"/>
                        <a:t>223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255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255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255</a:t>
                      </a:r>
                      <a:endParaRPr lang="en-US" b="1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721994" y="2702419"/>
                <a:ext cx="4262907" cy="845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sz="2400" b="1" dirty="0" smtClean="0"/>
                  <a:t>No. of network-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endParaRPr lang="en-US" sz="2400" b="1" dirty="0" smtClean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sz="2400" b="1" dirty="0" smtClean="0"/>
                  <a:t>No. of Host-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994" y="2702419"/>
                <a:ext cx="4262907" cy="845873"/>
              </a:xfrm>
              <a:prstGeom prst="rect">
                <a:avLst/>
              </a:prstGeom>
              <a:blipFill rotWithShape="0">
                <a:blip r:embed="rId2"/>
                <a:stretch>
                  <a:fillRect l="-2003" t="-4317" b="-16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3574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249" y="104171"/>
            <a:ext cx="10277339" cy="654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034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840" y="237253"/>
            <a:ext cx="10096271" cy="330443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993" y="4301544"/>
            <a:ext cx="10096271" cy="181987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100" y="3507279"/>
            <a:ext cx="5619750" cy="2762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2213" y="6121423"/>
            <a:ext cx="169545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104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584" y="447675"/>
            <a:ext cx="9955368" cy="583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011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0872" y="0"/>
            <a:ext cx="106510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 smtClean="0"/>
              <a:t>Calculate the Network and Broadcast address from IP address</a:t>
            </a:r>
            <a:endParaRPr lang="en-US" sz="32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112135" y="628637"/>
            <a:ext cx="8796271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For Network_address: </a:t>
            </a:r>
            <a:r>
              <a:rPr lang="en-US" sz="3200" dirty="0" smtClean="0">
                <a:solidFill>
                  <a:schemeClr val="accent1"/>
                </a:solidFill>
              </a:rPr>
              <a:t>Host part is 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For Broadcast_address: </a:t>
            </a:r>
            <a:r>
              <a:rPr lang="en-US" sz="3200" dirty="0" smtClean="0">
                <a:solidFill>
                  <a:schemeClr val="accent1"/>
                </a:solidFill>
              </a:rPr>
              <a:t>Host part is 1</a:t>
            </a:r>
          </a:p>
          <a:p>
            <a:r>
              <a:rPr lang="en-US" sz="2800" dirty="0" smtClean="0">
                <a:solidFill>
                  <a:srgbClr val="FF0000"/>
                </a:solidFill>
              </a:rPr>
              <a:t>Class_A</a:t>
            </a:r>
            <a:r>
              <a:rPr lang="en-US" sz="2800" dirty="0" smtClean="0"/>
              <a:t>: 100.125.120.10/8</a:t>
            </a:r>
          </a:p>
          <a:p>
            <a:r>
              <a:rPr lang="en-US" sz="2800" dirty="0" smtClean="0"/>
              <a:t>Network_address: 100.0.0.0</a:t>
            </a:r>
          </a:p>
          <a:p>
            <a:r>
              <a:rPr lang="en-US" sz="2800" dirty="0" smtClean="0"/>
              <a:t>Broadcast_address:100.255.255.255</a:t>
            </a:r>
          </a:p>
          <a:p>
            <a:endParaRPr lang="en-US" sz="2800" dirty="0" smtClean="0"/>
          </a:p>
          <a:p>
            <a:r>
              <a:rPr lang="en-US" sz="2800" dirty="0" smtClean="0">
                <a:solidFill>
                  <a:srgbClr val="FF0000"/>
                </a:solidFill>
              </a:rPr>
              <a:t>Class_B</a:t>
            </a:r>
            <a:r>
              <a:rPr lang="en-US" sz="2800" dirty="0" smtClean="0"/>
              <a:t>: 172.168.120.10/16</a:t>
            </a:r>
          </a:p>
          <a:p>
            <a:r>
              <a:rPr lang="en-US" sz="2800" dirty="0" smtClean="0"/>
              <a:t>Network_address: 172.168.0.0</a:t>
            </a:r>
          </a:p>
          <a:p>
            <a:r>
              <a:rPr lang="en-US" sz="2800" dirty="0" smtClean="0"/>
              <a:t>Broadcast_address:172.168.255.255</a:t>
            </a:r>
          </a:p>
          <a:p>
            <a:endParaRPr lang="en-US" sz="2800" dirty="0" smtClean="0"/>
          </a:p>
          <a:p>
            <a:r>
              <a:rPr lang="en-US" sz="2800" dirty="0" smtClean="0">
                <a:solidFill>
                  <a:srgbClr val="FF0000"/>
                </a:solidFill>
              </a:rPr>
              <a:t>Class_C</a:t>
            </a:r>
            <a:r>
              <a:rPr lang="en-US" sz="2800" dirty="0" smtClean="0"/>
              <a:t>: 192.168.120.10/24</a:t>
            </a:r>
          </a:p>
          <a:p>
            <a:r>
              <a:rPr lang="en-US" sz="2800" dirty="0" smtClean="0"/>
              <a:t>Network_address: 192.168.120.0</a:t>
            </a:r>
          </a:p>
          <a:p>
            <a:r>
              <a:rPr lang="en-US" sz="2800" smtClean="0"/>
              <a:t>Broadcast_address:192.168.120.255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855702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20673" y="0"/>
            <a:ext cx="74314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 smtClean="0"/>
              <a:t>Calculate the Subnet mask from IP address</a:t>
            </a:r>
            <a:endParaRPr lang="en-US" sz="32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112135" y="628637"/>
            <a:ext cx="879627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For Subnet_mask: </a:t>
            </a:r>
            <a:r>
              <a:rPr lang="en-US" sz="3200" dirty="0" smtClean="0">
                <a:solidFill>
                  <a:schemeClr val="accent1"/>
                </a:solidFill>
              </a:rPr>
              <a:t>Network part is 1</a:t>
            </a:r>
          </a:p>
          <a:p>
            <a:r>
              <a:rPr lang="en-US" sz="2800" dirty="0" smtClean="0">
                <a:solidFill>
                  <a:srgbClr val="FF0000"/>
                </a:solidFill>
              </a:rPr>
              <a:t>Class_A</a:t>
            </a:r>
            <a:r>
              <a:rPr lang="en-US" sz="2800" dirty="0" smtClean="0"/>
              <a:t>: 100.125.120.10/8</a:t>
            </a:r>
          </a:p>
          <a:p>
            <a:r>
              <a:rPr lang="en-US" sz="2800" dirty="0" smtClean="0"/>
              <a:t>Subnet_mask:255.0.0.0</a:t>
            </a:r>
          </a:p>
          <a:p>
            <a:endParaRPr lang="en-US" sz="2800" dirty="0" smtClean="0"/>
          </a:p>
          <a:p>
            <a:r>
              <a:rPr lang="en-US" sz="2800" dirty="0" smtClean="0">
                <a:solidFill>
                  <a:srgbClr val="FF0000"/>
                </a:solidFill>
              </a:rPr>
              <a:t>Class_B</a:t>
            </a:r>
            <a:r>
              <a:rPr lang="en-US" sz="2800" dirty="0" smtClean="0"/>
              <a:t>: 172.168.120.10/16</a:t>
            </a:r>
          </a:p>
          <a:p>
            <a:r>
              <a:rPr lang="en-US" sz="2800" dirty="0" smtClean="0"/>
              <a:t>Subnet_mask:255.255.0.0</a:t>
            </a:r>
          </a:p>
          <a:p>
            <a:endParaRPr lang="en-US" sz="2800" dirty="0" smtClean="0"/>
          </a:p>
          <a:p>
            <a:r>
              <a:rPr lang="en-US" sz="2800" dirty="0" smtClean="0">
                <a:solidFill>
                  <a:srgbClr val="FF0000"/>
                </a:solidFill>
              </a:rPr>
              <a:t>Class_C</a:t>
            </a:r>
            <a:r>
              <a:rPr lang="en-US" sz="2800" dirty="0" smtClean="0"/>
              <a:t>: 192.168.120.10/24    </a:t>
            </a:r>
          </a:p>
          <a:p>
            <a:r>
              <a:rPr lang="en-US" sz="2800" dirty="0" smtClean="0"/>
              <a:t>Subnet_mask:255.255.255.0</a:t>
            </a:r>
          </a:p>
        </p:txBody>
      </p:sp>
    </p:spTree>
    <p:extLst>
      <p:ext uri="{BB962C8B-B14F-4D97-AF65-F5344CB8AC3E}">
        <p14:creationId xmlns:p14="http://schemas.microsoft.com/office/powerpoint/2010/main" val="2880842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49488" y="167424"/>
            <a:ext cx="32598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 smtClean="0"/>
              <a:t>From IPv4 to IPv6 </a:t>
            </a:r>
            <a:endParaRPr lang="en-US" sz="3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927279" y="889498"/>
            <a:ext cx="4685898" cy="3262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2001:8080:2abf:0010:0000:0212:1234:0001</a:t>
            </a:r>
          </a:p>
          <a:p>
            <a:endParaRPr lang="en-US" dirty="0" smtClean="0"/>
          </a:p>
          <a:p>
            <a:r>
              <a:rPr lang="en-US" dirty="0" smtClean="0"/>
              <a:t>Prefix Length        Subnets      Interface ID/Host</a:t>
            </a:r>
            <a:endParaRPr lang="en-US" dirty="0"/>
          </a:p>
          <a:p>
            <a:r>
              <a:rPr lang="en-US" dirty="0" smtClean="0"/>
              <a:t>2001:8080:2abf:10:0:212:1234:1</a:t>
            </a:r>
          </a:p>
          <a:p>
            <a:endParaRPr lang="en-US" dirty="0"/>
          </a:p>
          <a:p>
            <a:r>
              <a:rPr lang="en-US" dirty="0" smtClean="0"/>
              <a:t>2001:8080:2abf:10::212:1234:1</a:t>
            </a:r>
          </a:p>
          <a:p>
            <a:endParaRPr lang="en-US" dirty="0"/>
          </a:p>
          <a:p>
            <a:r>
              <a:rPr lang="en-US" sz="2000" b="1" u="sng" dirty="0" smtClean="0"/>
              <a:t>Converting from IPv4 to IPv6</a:t>
            </a:r>
          </a:p>
          <a:p>
            <a:r>
              <a:rPr lang="en-US" sz="2000" b="1" dirty="0" smtClean="0"/>
              <a:t>192.168.100.100</a:t>
            </a:r>
          </a:p>
          <a:p>
            <a:endParaRPr lang="en-US" sz="2000" b="1" u="sng" dirty="0" smtClean="0"/>
          </a:p>
          <a:p>
            <a:r>
              <a:rPr lang="en-US" sz="2000" b="1" dirty="0" smtClean="0"/>
              <a:t>11000000  10101000  01100100  01100100</a:t>
            </a:r>
            <a:endParaRPr lang="en-US" sz="2000" b="1" dirty="0"/>
          </a:p>
        </p:txBody>
      </p:sp>
      <p:sp>
        <p:nvSpPr>
          <p:cNvPr id="5" name="Right Brace 4"/>
          <p:cNvSpPr/>
          <p:nvPr/>
        </p:nvSpPr>
        <p:spPr>
          <a:xfrm rot="5240701">
            <a:off x="4908836" y="4195219"/>
            <a:ext cx="734095" cy="44579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104035" y="4799250"/>
            <a:ext cx="360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 </a:t>
            </a:r>
            <a:endParaRPr lang="en-US" dirty="0"/>
          </a:p>
        </p:txBody>
      </p:sp>
      <p:sp>
        <p:nvSpPr>
          <p:cNvPr id="7" name="Right Brace 6"/>
          <p:cNvSpPr/>
          <p:nvPr/>
        </p:nvSpPr>
        <p:spPr>
          <a:xfrm rot="5240701">
            <a:off x="917486" y="4276102"/>
            <a:ext cx="734095" cy="44579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555182" y="4829208"/>
            <a:ext cx="400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 </a:t>
            </a:r>
            <a:endParaRPr lang="en-US" dirty="0"/>
          </a:p>
        </p:txBody>
      </p:sp>
      <p:sp>
        <p:nvSpPr>
          <p:cNvPr id="9" name="Right Brace 8"/>
          <p:cNvSpPr/>
          <p:nvPr/>
        </p:nvSpPr>
        <p:spPr>
          <a:xfrm rot="5240701">
            <a:off x="2090864" y="4347618"/>
            <a:ext cx="734095" cy="44579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Brace 9"/>
          <p:cNvSpPr/>
          <p:nvPr/>
        </p:nvSpPr>
        <p:spPr>
          <a:xfrm rot="5240701">
            <a:off x="2603979" y="4347618"/>
            <a:ext cx="734095" cy="44579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/>
          <p:cNvSpPr/>
          <p:nvPr/>
        </p:nvSpPr>
        <p:spPr>
          <a:xfrm rot="5240701">
            <a:off x="1427796" y="4275438"/>
            <a:ext cx="734095" cy="44579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Brace 12"/>
          <p:cNvSpPr/>
          <p:nvPr/>
        </p:nvSpPr>
        <p:spPr>
          <a:xfrm rot="5240701">
            <a:off x="3286840" y="4306011"/>
            <a:ext cx="734095" cy="44579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/>
          <p:cNvSpPr/>
          <p:nvPr/>
        </p:nvSpPr>
        <p:spPr>
          <a:xfrm rot="5240701">
            <a:off x="3775298" y="4337549"/>
            <a:ext cx="734095" cy="44579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Brace 14"/>
          <p:cNvSpPr/>
          <p:nvPr/>
        </p:nvSpPr>
        <p:spPr>
          <a:xfrm rot="5240701">
            <a:off x="4348960" y="4275438"/>
            <a:ext cx="734095" cy="44579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218250" y="4953334"/>
            <a:ext cx="400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4058914" y="5013874"/>
            <a:ext cx="400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115525" y="4829208"/>
            <a:ext cx="400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 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4515997" y="4871313"/>
            <a:ext cx="400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3493529" y="4949342"/>
            <a:ext cx="400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6 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2842064" y="5013874"/>
            <a:ext cx="400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 </a:t>
            </a:r>
            <a:endParaRPr lang="en-US" dirty="0"/>
          </a:p>
        </p:txBody>
      </p:sp>
      <p:sp>
        <p:nvSpPr>
          <p:cNvPr id="22" name="Right Brace 21"/>
          <p:cNvSpPr/>
          <p:nvPr/>
        </p:nvSpPr>
        <p:spPr>
          <a:xfrm rot="5400000">
            <a:off x="1639248" y="4807129"/>
            <a:ext cx="988948" cy="177279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Brace 22"/>
          <p:cNvSpPr/>
          <p:nvPr/>
        </p:nvSpPr>
        <p:spPr>
          <a:xfrm rot="5240701">
            <a:off x="4068010" y="4799394"/>
            <a:ext cx="816673" cy="178078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975653" y="6188002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C0A8 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4295848" y="6188002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6464 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6156101" y="6188002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:: C0A8:6464</a:t>
            </a:r>
            <a:endParaRPr lang="en-US" dirty="0"/>
          </a:p>
        </p:txBody>
      </p:sp>
      <p:sp>
        <p:nvSpPr>
          <p:cNvPr id="27" name="Right Brace 26"/>
          <p:cNvSpPr/>
          <p:nvPr/>
        </p:nvSpPr>
        <p:spPr>
          <a:xfrm rot="5400000">
            <a:off x="1502627" y="556071"/>
            <a:ext cx="504759" cy="1405808"/>
          </a:xfrm>
          <a:prstGeom prst="rightBrace">
            <a:avLst>
              <a:gd name="adj1" fmla="val 8333"/>
              <a:gd name="adj2" fmla="val 4908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Brace 27"/>
          <p:cNvSpPr/>
          <p:nvPr/>
        </p:nvSpPr>
        <p:spPr>
          <a:xfrm rot="5400000">
            <a:off x="2768779" y="656078"/>
            <a:ext cx="504759" cy="1205798"/>
          </a:xfrm>
          <a:prstGeom prst="rightBrace">
            <a:avLst>
              <a:gd name="adj1" fmla="val 8333"/>
              <a:gd name="adj2" fmla="val 4908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Brace 28"/>
          <p:cNvSpPr/>
          <p:nvPr/>
        </p:nvSpPr>
        <p:spPr>
          <a:xfrm rot="5400000">
            <a:off x="4081875" y="697971"/>
            <a:ext cx="504759" cy="1405808"/>
          </a:xfrm>
          <a:prstGeom prst="rightBrace">
            <a:avLst>
              <a:gd name="adj1" fmla="val 8333"/>
              <a:gd name="adj2" fmla="val 4908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799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201</Words>
  <Application>Microsoft Office PowerPoint</Application>
  <PresentationFormat>Widescreen</PresentationFormat>
  <Paragraphs>110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Wania</dc:creator>
  <cp:lastModifiedBy>ismail - [2010]</cp:lastModifiedBy>
  <cp:revision>50</cp:revision>
  <dcterms:created xsi:type="dcterms:W3CDTF">2021-06-28T16:26:27Z</dcterms:created>
  <dcterms:modified xsi:type="dcterms:W3CDTF">2022-08-01T03:23:45Z</dcterms:modified>
</cp:coreProperties>
</file>