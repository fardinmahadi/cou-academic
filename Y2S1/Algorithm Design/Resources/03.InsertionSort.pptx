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3368880" y="1825560"/>
            <a:ext cx="5452920" cy="435096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3368880" y="1825560"/>
            <a:ext cx="545292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Picture 75"/>
          <p:cNvPicPr/>
          <p:nvPr/>
        </p:nvPicPr>
        <p:blipFill>
          <a:blip r:embed="rId2"/>
          <a:stretch/>
        </p:blipFill>
        <p:spPr>
          <a:xfrm>
            <a:off x="3368880" y="1825560"/>
            <a:ext cx="5452920" cy="435096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3368880" y="1825560"/>
            <a:ext cx="545292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6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Click to edit Master title style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5/23/18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2B61C155-73ED-4ABE-8E43-F438A204FEEE}" type="slidenum"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Click to edit Master title style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228600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</a:p>
          <a:p>
            <a:pPr marL="685800" lvl="1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143000" lvl="2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600200" lvl="3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057400" lvl="4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5/23/18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0B777A78-8D8B-48F6-B6FC-A2B2E6D50524}" type="slidenum"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9" name="Picture 3"/>
          <p:cNvPicPr/>
          <p:nvPr/>
        </p:nvPicPr>
        <p:blipFill>
          <a:blip r:embed="rId2"/>
          <a:stretch/>
        </p:blipFill>
        <p:spPr>
          <a:xfrm>
            <a:off x="1251720" y="337680"/>
            <a:ext cx="9687960" cy="6182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Content Placeholder 3"/>
          <p:cNvPicPr/>
          <p:nvPr/>
        </p:nvPicPr>
        <p:blipFill>
          <a:blip r:embed="rId2"/>
          <a:stretch/>
        </p:blipFill>
        <p:spPr>
          <a:xfrm>
            <a:off x="991800" y="515160"/>
            <a:ext cx="9916200" cy="5859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Content Placeholder 3"/>
          <p:cNvPicPr/>
          <p:nvPr/>
        </p:nvPicPr>
        <p:blipFill>
          <a:blip r:embed="rId2"/>
          <a:stretch/>
        </p:blipFill>
        <p:spPr>
          <a:xfrm>
            <a:off x="1401120" y="489240"/>
            <a:ext cx="8798760" cy="5936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Content Placeholder 3"/>
          <p:cNvPicPr/>
          <p:nvPr/>
        </p:nvPicPr>
        <p:blipFill>
          <a:blip r:embed="rId2"/>
          <a:stretch/>
        </p:blipFill>
        <p:spPr>
          <a:xfrm>
            <a:off x="1867320" y="553680"/>
            <a:ext cx="8847360" cy="574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Content Placeholder 3"/>
          <p:cNvPicPr/>
          <p:nvPr/>
        </p:nvPicPr>
        <p:blipFill>
          <a:blip r:embed="rId2"/>
          <a:stretch/>
        </p:blipFill>
        <p:spPr>
          <a:xfrm>
            <a:off x="1352160" y="605160"/>
            <a:ext cx="9362520" cy="5571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Content Placeholder 3"/>
          <p:cNvPicPr/>
          <p:nvPr/>
        </p:nvPicPr>
        <p:blipFill>
          <a:blip r:embed="rId2"/>
          <a:stretch/>
        </p:blipFill>
        <p:spPr>
          <a:xfrm>
            <a:off x="1350720" y="657000"/>
            <a:ext cx="8874720" cy="5519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Content Placeholder 3"/>
          <p:cNvPicPr/>
          <p:nvPr/>
        </p:nvPicPr>
        <p:blipFill>
          <a:blip r:embed="rId2"/>
          <a:stretch/>
        </p:blipFill>
        <p:spPr>
          <a:xfrm>
            <a:off x="1315440" y="528120"/>
            <a:ext cx="8948520" cy="5648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Content Placeholder 3"/>
          <p:cNvPicPr/>
          <p:nvPr/>
        </p:nvPicPr>
        <p:blipFill>
          <a:blip r:embed="rId2"/>
          <a:stretch/>
        </p:blipFill>
        <p:spPr>
          <a:xfrm>
            <a:off x="1359720" y="579600"/>
            <a:ext cx="9187920" cy="559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analyzing_algorithms_insertionsort</Template>
  <TotalTime>129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rakib_hasan</dc:creator>
  <dc:description/>
  <cp:lastModifiedBy>Rakib Hasan</cp:lastModifiedBy>
  <cp:revision>2</cp:revision>
  <dcterms:created xsi:type="dcterms:W3CDTF">2016-05-16T20:25:31Z</dcterms:created>
  <dcterms:modified xsi:type="dcterms:W3CDTF">2020-02-11T06:55:19Z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