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14"/>
  </p:notesMasterIdLst>
  <p:sldIdLst>
    <p:sldId id="463" r:id="rId4"/>
    <p:sldId id="534" r:id="rId5"/>
    <p:sldId id="623" r:id="rId6"/>
    <p:sldId id="701" r:id="rId7"/>
    <p:sldId id="702" r:id="rId8"/>
    <p:sldId id="703" r:id="rId9"/>
    <p:sldId id="704" r:id="rId10"/>
    <p:sldId id="705" r:id="rId11"/>
    <p:sldId id="706" r:id="rId12"/>
    <p:sldId id="46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3BD57"/>
    <a:srgbClr val="06661F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71" d="100"/>
          <a:sy n="71" d="100"/>
        </p:scale>
        <p:origin x="179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454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335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116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582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4068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56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/>
          </a:bodyPr>
          <a:lstStyle/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Midterm 01 syllabus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Importance of Programing &amp; Problem Solving, Sample program of C, Basic Structure of C program, Programming style, Executing a ‘C’ program</a:t>
            </a:r>
          </a:p>
        </p:txBody>
      </p:sp>
    </p:spTree>
    <p:extLst>
      <p:ext uri="{BB962C8B-B14F-4D97-AF65-F5344CB8AC3E}">
        <p14:creationId xmlns:p14="http://schemas.microsoft.com/office/powerpoint/2010/main" val="391355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Character set, C token, Keywords and Identifiers, Constants, Variables, Data Types, Declaration of variables, Assigning values to variables,  Defining symbolic constant, Declaring a variable as constant</a:t>
            </a:r>
          </a:p>
        </p:txBody>
      </p:sp>
    </p:spTree>
    <p:extLst>
      <p:ext uri="{BB962C8B-B14F-4D97-AF65-F5344CB8AC3E}">
        <p14:creationId xmlns:p14="http://schemas.microsoft.com/office/powerpoint/2010/main" val="164379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Arithmetic operators, Relational operators, Logical operators, Inc. and Dec. operators,  Conditional operators, Bitwise operators, Arithmetic Expressions, Evaluation of </a:t>
            </a:r>
            <a:r>
              <a:rPr lang="en-US" dirty="0" smtClean="0"/>
              <a:t>Expressions, Precedence </a:t>
            </a:r>
            <a:r>
              <a:rPr lang="en-US" dirty="0"/>
              <a:t>of Arithmetic </a:t>
            </a:r>
            <a:r>
              <a:rPr lang="en-US" dirty="0" smtClean="0"/>
              <a:t> operators, </a:t>
            </a:r>
            <a:r>
              <a:rPr lang="en-US" dirty="0"/>
              <a:t>Reading a character, Writing a character, Formatted input, Formatted output</a:t>
            </a:r>
          </a:p>
        </p:txBody>
      </p:sp>
    </p:spTree>
    <p:extLst>
      <p:ext uri="{BB962C8B-B14F-4D97-AF65-F5344CB8AC3E}">
        <p14:creationId xmlns:p14="http://schemas.microsoft.com/office/powerpoint/2010/main" val="315983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Conditional statements (e.g., if/else, switch </a:t>
            </a:r>
            <a:r>
              <a:rPr lang="en-US" dirty="0" smtClean="0"/>
              <a:t>case), Nested </a:t>
            </a:r>
            <a:r>
              <a:rPr lang="en-US" dirty="0"/>
              <a:t>conditional structures Standard/structures, programming practices for decision structures.</a:t>
            </a:r>
          </a:p>
        </p:txBody>
      </p:sp>
    </p:spTree>
    <p:extLst>
      <p:ext uri="{BB962C8B-B14F-4D97-AF65-F5344CB8AC3E}">
        <p14:creationId xmlns:p14="http://schemas.microsoft.com/office/powerpoint/2010/main" val="236683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Why should we use the loops?, Loop control variables, initialization, test and modifications (e.g. while, do-while &amp; for </a:t>
            </a:r>
            <a:r>
              <a:rPr lang="en-US" dirty="0" smtClean="0"/>
              <a:t>loop) Nested </a:t>
            </a:r>
            <a:r>
              <a:rPr lang="en-US" dirty="0"/>
              <a:t>loop structures, Standard/structures programming practice for loop structures</a:t>
            </a:r>
          </a:p>
        </p:txBody>
      </p:sp>
    </p:spTree>
    <p:extLst>
      <p:ext uri="{BB962C8B-B14F-4D97-AF65-F5344CB8AC3E}">
        <p14:creationId xmlns:p14="http://schemas.microsoft.com/office/powerpoint/2010/main" val="131733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Use of Array, Advantage of using Array, One-dimensional Array, Declaration of  1-D array, Initialization of 1-D </a:t>
            </a:r>
            <a:r>
              <a:rPr lang="en-US" dirty="0" smtClean="0"/>
              <a:t>array</a:t>
            </a:r>
          </a:p>
          <a:p>
            <a:pPr marL="0" indent="0" algn="just">
              <a:buNone/>
            </a:pPr>
            <a:r>
              <a:rPr lang="en-US" dirty="0" smtClean="0"/>
              <a:t>Two </a:t>
            </a:r>
            <a:r>
              <a:rPr lang="en-US" dirty="0"/>
              <a:t>Dimensional array, Initialization of 2-D array , Multi- dimensional array</a:t>
            </a:r>
          </a:p>
        </p:txBody>
      </p:sp>
    </p:spTree>
    <p:extLst>
      <p:ext uri="{BB962C8B-B14F-4D97-AF65-F5344CB8AC3E}">
        <p14:creationId xmlns:p14="http://schemas.microsoft.com/office/powerpoint/2010/main" val="135758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Pointer </a:t>
            </a:r>
            <a:r>
              <a:rPr lang="en-US" dirty="0"/>
              <a:t>Expressions, Pointer Increments and scale factor, Pointers and array, Array of pointers, Pointer as Function Arguments, Functions Returning pointers, Pointers to Functions, Pointers and </a:t>
            </a:r>
            <a:r>
              <a:rPr lang="en-US" dirty="0" smtClean="0"/>
              <a:t>structures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95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4581</TotalTime>
  <Words>266</Words>
  <Application>Microsoft Office PowerPoint</Application>
  <PresentationFormat>On-screen Show (4:3)</PresentationFormat>
  <Paragraphs>37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Georgia</vt:lpstr>
      <vt:lpstr>Times New Roman</vt:lpstr>
      <vt:lpstr>Trebuchet MS</vt:lpstr>
      <vt:lpstr>Office Theme</vt:lpstr>
      <vt:lpstr>1_Slipstream</vt:lpstr>
      <vt:lpstr>1_Office Theme</vt:lpstr>
      <vt:lpstr>Structure Programming  ICT-1105  Information and Communication Technology</vt:lpstr>
      <vt:lpstr>Midterm 01 syllabus</vt:lpstr>
      <vt:lpstr>1</vt:lpstr>
      <vt:lpstr>2</vt:lpstr>
      <vt:lpstr>3</vt:lpstr>
      <vt:lpstr>4</vt:lpstr>
      <vt:lpstr>5</vt:lpstr>
      <vt:lpstr>6</vt:lpstr>
      <vt:lpstr>7</vt:lpstr>
      <vt:lpstr>Thank you….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ICT CHAIRMAN</cp:lastModifiedBy>
  <cp:revision>486</cp:revision>
  <dcterms:created xsi:type="dcterms:W3CDTF">2019-09-20T11:10:00Z</dcterms:created>
  <dcterms:modified xsi:type="dcterms:W3CDTF">2025-03-06T16:59:19Z</dcterms:modified>
</cp:coreProperties>
</file>