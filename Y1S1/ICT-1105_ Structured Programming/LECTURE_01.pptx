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27"/>
  </p:notesMasterIdLst>
  <p:sldIdLst>
    <p:sldId id="463" r:id="rId3"/>
    <p:sldId id="459" r:id="rId4"/>
    <p:sldId id="502" r:id="rId5"/>
    <p:sldId id="464" r:id="rId6"/>
    <p:sldId id="465" r:id="rId7"/>
    <p:sldId id="466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481" r:id="rId23"/>
    <p:sldId id="482" r:id="rId24"/>
    <p:sldId id="483" r:id="rId25"/>
    <p:sldId id="508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00CC"/>
    <a:srgbClr val="7030A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Lecture-01</a:t>
            </a: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/>
              <a:t>References &amp; Books: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 smtClean="0"/>
              <a:t>E</a:t>
            </a:r>
            <a:r>
              <a:rPr lang="en-US" dirty="0"/>
              <a:t>. </a:t>
            </a:r>
            <a:r>
              <a:rPr lang="en-US" dirty="0" err="1"/>
              <a:t>Balagurusamy</a:t>
            </a:r>
            <a:r>
              <a:rPr lang="en-US" dirty="0"/>
              <a:t>, Programming in ANSI </a:t>
            </a:r>
            <a:r>
              <a:rPr lang="en-US" dirty="0" smtClean="0"/>
              <a:t>C</a:t>
            </a:r>
          </a:p>
          <a:p>
            <a:pPr marL="514350" indent="-514350" algn="just">
              <a:buAutoNum type="arabicPeriod"/>
            </a:pPr>
            <a:r>
              <a:rPr lang="en-US" dirty="0"/>
              <a:t>Herbert </a:t>
            </a:r>
            <a:r>
              <a:rPr lang="en-US" dirty="0" err="1"/>
              <a:t>Schildt</a:t>
            </a:r>
            <a:r>
              <a:rPr lang="en-US" dirty="0"/>
              <a:t>, </a:t>
            </a:r>
            <a:r>
              <a:rPr lang="en-US" dirty="0" smtClean="0"/>
              <a:t>The </a:t>
            </a:r>
            <a:r>
              <a:rPr lang="en-US" dirty="0"/>
              <a:t>Complement </a:t>
            </a:r>
            <a:r>
              <a:rPr lang="en-US" dirty="0" smtClean="0"/>
              <a:t>Reference of C</a:t>
            </a:r>
          </a:p>
          <a:p>
            <a:pPr marL="514350" indent="-514350" algn="just">
              <a:buAutoNum type="arabicPeriod"/>
            </a:pPr>
            <a:r>
              <a:rPr lang="en-US" dirty="0"/>
              <a:t>Byron S. Gottfried ,Theory and Problems of Programming with </a:t>
            </a:r>
            <a:r>
              <a:rPr lang="en-US" dirty="0" smtClean="0"/>
              <a:t>C</a:t>
            </a:r>
          </a:p>
          <a:p>
            <a:pPr marL="514350" indent="-514350" algn="just">
              <a:buAutoNum type="arabicPeriod"/>
            </a:pPr>
            <a:r>
              <a:rPr lang="en-US" dirty="0"/>
              <a:t>C Kernighan &amp; D.M. Ritchie, The C programming </a:t>
            </a:r>
            <a:r>
              <a:rPr lang="en-US" dirty="0" smtClean="0"/>
              <a:t>Language</a:t>
            </a:r>
          </a:p>
          <a:p>
            <a:pPr marL="514350" indent="-514350" algn="just">
              <a:buAutoNum type="arabicPeriod"/>
            </a:pPr>
            <a:r>
              <a:rPr lang="en-US" dirty="0"/>
              <a:t>Herbert </a:t>
            </a:r>
            <a:r>
              <a:rPr lang="en-US" dirty="0" err="1"/>
              <a:t>Schild</a:t>
            </a:r>
            <a:r>
              <a:rPr lang="en-US" dirty="0"/>
              <a:t>, Teach Yourself C</a:t>
            </a:r>
            <a:endParaRPr lang="en-US" dirty="0" smtClean="0">
              <a:latin typeface="+mn-lt"/>
            </a:endParaRPr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35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dirty="0"/>
              <a:t>A Computer is an electronic device which performs operations such as accepts </a:t>
            </a:r>
            <a:r>
              <a:rPr lang="en-US" sz="4000" dirty="0" smtClean="0"/>
              <a:t>data as </a:t>
            </a:r>
            <a:r>
              <a:rPr lang="en-US" sz="4000" dirty="0"/>
              <a:t>an </a:t>
            </a:r>
            <a:r>
              <a:rPr lang="en-US" sz="4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  <a:r>
              <a:rPr lang="en-US" sz="4000" dirty="0"/>
              <a:t>, </a:t>
            </a:r>
            <a:r>
              <a:rPr lang="en-US" sz="4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</a:t>
            </a:r>
            <a:r>
              <a:rPr lang="en-US" sz="4000" dirty="0"/>
              <a:t> the data, manipulate or </a:t>
            </a:r>
            <a:r>
              <a:rPr lang="en-US" sz="4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en-US" sz="4000" dirty="0"/>
              <a:t> the data and produce the results an </a:t>
            </a:r>
            <a:r>
              <a:rPr lang="en-US" sz="4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  <a:r>
              <a:rPr lang="en-US" sz="4000" dirty="0"/>
              <a:t>.</a:t>
            </a:r>
          </a:p>
          <a:p>
            <a:pPr marL="0" indent="0" algn="just">
              <a:buNone/>
            </a:pPr>
            <a:endParaRPr lang="en-US" dirty="0" smtClean="0">
              <a:latin typeface="+mn-lt"/>
            </a:endParaRPr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80000"/>
              </a:lnSpc>
              <a:buNone/>
            </a:pPr>
            <a:r>
              <a:rPr lang="en-US" sz="4000" dirty="0"/>
              <a:t>Main task performed by a computer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•</a:t>
            </a:r>
            <a:r>
              <a:rPr lang="en-US" sz="4000" dirty="0" smtClean="0"/>
              <a:t> </a:t>
            </a: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Accept the data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4000" dirty="0">
                <a:solidFill>
                  <a:srgbClr val="FF0000"/>
                </a:solidFill>
              </a:rPr>
              <a:t>•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or manipulate the data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4000" dirty="0">
                <a:solidFill>
                  <a:srgbClr val="FF0000"/>
                </a:solidFill>
              </a:rPr>
              <a:t>•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 or store the result in the form of human understanding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4000" dirty="0">
                <a:solidFill>
                  <a:srgbClr val="FF0000"/>
                </a:solidFill>
              </a:rPr>
              <a:t>•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 the data, instructions and results.</a:t>
            </a:r>
            <a:endParaRPr lang="en-US" sz="4000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3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 smtClean="0">
              <a:latin typeface="+mn-lt"/>
            </a:endParaRPr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36558"/>
            <a:ext cx="8458200" cy="292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48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Computer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lang="en-US" dirty="0"/>
              <a:t> is the collection of physical elements that comprise a computer system</a:t>
            </a:r>
            <a:r>
              <a:rPr lang="en-US" sz="4000" dirty="0"/>
              <a:t>.</a:t>
            </a:r>
            <a:endParaRPr lang="en-US" dirty="0" smtClean="0">
              <a:latin typeface="+mn-lt"/>
            </a:endParaRPr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68" y="2666999"/>
            <a:ext cx="7239000" cy="395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930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3600" dirty="0"/>
              <a:t>Computer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sz="3600" dirty="0"/>
              <a:t> is a collection of computer programs and related data that provides </a:t>
            </a:r>
            <a:r>
              <a:rPr lang="en-US" sz="3600" dirty="0" smtClean="0"/>
              <a:t>the instructions </a:t>
            </a:r>
            <a:r>
              <a:rPr lang="en-US" sz="3600" dirty="0"/>
              <a:t>for a computer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to do and how to do it</a:t>
            </a:r>
            <a:r>
              <a:rPr lang="en-US" sz="3600" dirty="0"/>
              <a:t>. </a:t>
            </a:r>
          </a:p>
          <a:p>
            <a:pPr algn="just">
              <a:buFont typeface="Wingdings" pitchFamily="2" charset="2"/>
              <a:buChar char="q"/>
            </a:pPr>
            <a:endParaRPr lang="en-US" sz="3600" dirty="0"/>
          </a:p>
          <a:p>
            <a:pPr algn="just">
              <a:buFont typeface="Wingdings" pitchFamily="2" charset="2"/>
              <a:buChar char="q"/>
            </a:pPr>
            <a:r>
              <a:rPr lang="en-US" sz="3600" dirty="0" smtClean="0"/>
              <a:t>Software </a:t>
            </a:r>
            <a:r>
              <a:rPr lang="en-US" sz="3600" dirty="0"/>
              <a:t>refers to </a:t>
            </a:r>
            <a:r>
              <a:rPr lang="en-US" sz="3600" b="1" dirty="0">
                <a:solidFill>
                  <a:srgbClr val="FF0000"/>
                </a:solidFill>
              </a:rPr>
              <a:t>one or more </a:t>
            </a:r>
            <a:r>
              <a:rPr lang="en-US" sz="3600" b="1" dirty="0" smtClean="0">
                <a:solidFill>
                  <a:srgbClr val="FF0000"/>
                </a:solidFill>
              </a:rPr>
              <a:t>computer programs </a:t>
            </a:r>
            <a:r>
              <a:rPr lang="en-US" sz="3600" b="1" dirty="0">
                <a:solidFill>
                  <a:srgbClr val="FF0000"/>
                </a:solidFill>
              </a:rPr>
              <a:t>and data </a:t>
            </a:r>
            <a:r>
              <a:rPr lang="en-US" sz="3600" dirty="0"/>
              <a:t>held in the storage of the computer for some </a:t>
            </a:r>
            <a:r>
              <a:rPr lang="en-US" sz="3600" dirty="0" smtClean="0"/>
              <a:t>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686800" cy="2914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513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Basically computer software is of three main types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Software</a:t>
            </a:r>
          </a:p>
          <a:p>
            <a:pPr algn="just"/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56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Software: </a:t>
            </a:r>
            <a:r>
              <a:rPr lang="en-US" sz="3600" dirty="0"/>
              <a:t>System software is responsible for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managing a variety </a:t>
            </a:r>
            <a:r>
              <a:rPr lang="en-US" sz="3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independent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components</a:t>
            </a:r>
            <a:r>
              <a:rPr lang="en-US" sz="3600" dirty="0"/>
              <a:t>, so that they can work together. Its purpose </a:t>
            </a:r>
            <a:r>
              <a:rPr lang="en-US" sz="3600" dirty="0" smtClean="0"/>
              <a:t>is to </a:t>
            </a:r>
            <a:r>
              <a:rPr lang="en-US" sz="3600" dirty="0"/>
              <a:t>unburden the application software programmer from the often complex details </a:t>
            </a:r>
            <a:r>
              <a:rPr lang="en-US" sz="3600" dirty="0" smtClean="0"/>
              <a:t>of the </a:t>
            </a:r>
            <a:r>
              <a:rPr lang="en-US" sz="3600" dirty="0"/>
              <a:t>particular computer being used, including such accessories as </a:t>
            </a:r>
            <a:r>
              <a:rPr lang="en-US" sz="3600" dirty="0" smtClean="0"/>
              <a:t>communications devices</a:t>
            </a:r>
            <a:r>
              <a:rPr lang="en-US" sz="3600" dirty="0"/>
              <a:t>, printers, device readers, displays and keyboards, and also to partition </a:t>
            </a:r>
            <a:r>
              <a:rPr lang="en-US" sz="3600" dirty="0" smtClean="0"/>
              <a:t>the computer's </a:t>
            </a:r>
            <a:r>
              <a:rPr lang="en-US" sz="3600" dirty="0"/>
              <a:t>resources such as memory and processor time in a safe and </a:t>
            </a:r>
            <a:r>
              <a:rPr lang="en-US" sz="3600" dirty="0" smtClean="0"/>
              <a:t>stable manner</a:t>
            </a:r>
            <a:r>
              <a:rPr lang="en-US" sz="36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8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/>
              <a:t>• </a:t>
            </a:r>
            <a:r>
              <a:rPr lang="en-US" sz="3600" dirty="0" smtClean="0"/>
              <a:t>Device </a:t>
            </a:r>
            <a:r>
              <a:rPr lang="en-US" sz="3600" dirty="0"/>
              <a:t>drivers</a:t>
            </a:r>
          </a:p>
          <a:p>
            <a:pPr marL="0" indent="0" algn="just">
              <a:buNone/>
            </a:pPr>
            <a:r>
              <a:rPr lang="en-US" sz="3600" dirty="0"/>
              <a:t>• Operating systems</a:t>
            </a:r>
          </a:p>
          <a:p>
            <a:pPr marL="0" indent="0" algn="just">
              <a:buNone/>
            </a:pPr>
            <a:r>
              <a:rPr lang="en-US" sz="3600" dirty="0"/>
              <a:t>• Servers</a:t>
            </a:r>
          </a:p>
          <a:p>
            <a:pPr marL="0" indent="0" algn="just">
              <a:buNone/>
            </a:pPr>
            <a:r>
              <a:rPr lang="en-US" sz="3600" dirty="0"/>
              <a:t>• Utilities</a:t>
            </a:r>
          </a:p>
          <a:p>
            <a:pPr marL="0" indent="0" algn="just">
              <a:buNone/>
            </a:pPr>
            <a:r>
              <a:rPr lang="en-US" sz="3600" dirty="0"/>
              <a:t>• Window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00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Software: </a:t>
            </a:r>
            <a:r>
              <a:rPr lang="en-US" dirty="0"/>
              <a:t>Programming Software usually provides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tools</a:t>
            </a:r>
            <a:r>
              <a:rPr lang="en-US" dirty="0"/>
              <a:t> to assist </a:t>
            </a:r>
            <a:r>
              <a:rPr lang="en-US" dirty="0" smtClean="0"/>
              <a:t>a programmer </a:t>
            </a:r>
            <a:r>
              <a:rPr lang="en-US" dirty="0"/>
              <a:t>in </a:t>
            </a:r>
            <a:r>
              <a:rPr lang="en-US" dirty="0">
                <a:solidFill>
                  <a:srgbClr val="0000CC"/>
                </a:solidFill>
              </a:rPr>
              <a:t>writing computer programs, and software using </a:t>
            </a:r>
            <a:r>
              <a:rPr lang="en-US" dirty="0" smtClean="0">
                <a:solidFill>
                  <a:srgbClr val="0000CC"/>
                </a:solidFill>
              </a:rPr>
              <a:t>different programming </a:t>
            </a:r>
            <a:r>
              <a:rPr lang="en-US" dirty="0">
                <a:solidFill>
                  <a:srgbClr val="0000CC"/>
                </a:solidFill>
              </a:rPr>
              <a:t>languages in a more convenient way</a:t>
            </a:r>
            <a:r>
              <a:rPr lang="en-US" dirty="0" smtClean="0">
                <a:solidFill>
                  <a:srgbClr val="0000CC"/>
                </a:solidFill>
              </a:rPr>
              <a:t>.</a:t>
            </a:r>
          </a:p>
          <a:p>
            <a:pPr marL="0" indent="0" algn="just">
              <a:buNone/>
            </a:pPr>
            <a:endParaRPr lang="en-US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dirty="0"/>
              <a:t>The tools include:</a:t>
            </a:r>
          </a:p>
          <a:p>
            <a:pPr marL="0" indent="0" algn="just">
              <a:buNone/>
            </a:pPr>
            <a:r>
              <a:rPr lang="en-US" dirty="0"/>
              <a:t>• Compilers</a:t>
            </a:r>
          </a:p>
          <a:p>
            <a:pPr marL="0" indent="0" algn="just">
              <a:buNone/>
            </a:pPr>
            <a:r>
              <a:rPr lang="en-US" dirty="0"/>
              <a:t>• Debuggers</a:t>
            </a:r>
          </a:p>
          <a:p>
            <a:pPr marL="0" indent="0" algn="just">
              <a:buNone/>
            </a:pPr>
            <a:r>
              <a:rPr lang="en-US" dirty="0"/>
              <a:t>• Interpreters</a:t>
            </a:r>
          </a:p>
          <a:p>
            <a:pPr marL="0" indent="0" algn="just">
              <a:buNone/>
            </a:pPr>
            <a:r>
              <a:rPr lang="en-US" dirty="0"/>
              <a:t>• Linkers</a:t>
            </a:r>
          </a:p>
          <a:p>
            <a:pPr marL="0" indent="0" algn="just">
              <a:buNone/>
            </a:pPr>
            <a:r>
              <a:rPr lang="en-US" dirty="0"/>
              <a:t>• Text editors</a:t>
            </a:r>
          </a:p>
          <a:p>
            <a:pPr marL="0" indent="0" algn="just">
              <a:buNone/>
            </a:pP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47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Software: </a:t>
            </a:r>
            <a:r>
              <a:rPr lang="en-US" dirty="0"/>
              <a:t>Application software is developed to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aid in any task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benefits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computation</a:t>
            </a:r>
            <a:r>
              <a:rPr lang="en-US" dirty="0"/>
              <a:t>. It is a broad category, and encompasses Software </a:t>
            </a:r>
            <a:r>
              <a:rPr lang="en-US" dirty="0" smtClean="0"/>
              <a:t>of many </a:t>
            </a:r>
            <a:r>
              <a:rPr lang="en-US" dirty="0"/>
              <a:t>kinds, including the internet browser being used to display this page. </a:t>
            </a:r>
            <a:endParaRPr lang="en-US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This category </a:t>
            </a:r>
            <a:r>
              <a:rPr lang="en-US" dirty="0"/>
              <a:t>includes:</a:t>
            </a:r>
          </a:p>
          <a:p>
            <a:pPr marL="0" indent="0" algn="just">
              <a:buNone/>
            </a:pPr>
            <a:r>
              <a:rPr lang="en-US" dirty="0"/>
              <a:t>• Business software</a:t>
            </a:r>
          </a:p>
          <a:p>
            <a:pPr marL="0" indent="0" algn="just">
              <a:buNone/>
            </a:pPr>
            <a:r>
              <a:rPr lang="en-US" dirty="0"/>
              <a:t>• Computer aided design</a:t>
            </a:r>
          </a:p>
          <a:p>
            <a:pPr marL="0" indent="0" algn="just">
              <a:buNone/>
            </a:pPr>
            <a:r>
              <a:rPr lang="en-US" dirty="0"/>
              <a:t>• Databases</a:t>
            </a:r>
          </a:p>
          <a:p>
            <a:pPr marL="0" indent="0" algn="just">
              <a:buNone/>
            </a:pPr>
            <a:r>
              <a:rPr lang="en-US" dirty="0"/>
              <a:t>• Decision making software</a:t>
            </a:r>
          </a:p>
          <a:p>
            <a:pPr marL="0" indent="0" algn="just">
              <a:buNone/>
            </a:pPr>
            <a:r>
              <a:rPr lang="en-US" dirty="0"/>
              <a:t>• Educational software</a:t>
            </a:r>
          </a:p>
          <a:p>
            <a:pPr marL="0" indent="0" algn="just">
              <a:buNone/>
            </a:pPr>
            <a:r>
              <a:rPr lang="en-US" dirty="0"/>
              <a:t>• Image editing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77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Computing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Computing Environment is a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 of computers / machines</a:t>
            </a:r>
            <a:r>
              <a:rPr lang="en-US" dirty="0"/>
              <a:t>,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dirty="0"/>
              <a:t>, and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networks</a:t>
            </a:r>
            <a:r>
              <a:rPr lang="en-US" dirty="0"/>
              <a:t> </a:t>
            </a:r>
            <a:r>
              <a:rPr lang="en-US" dirty="0" smtClean="0"/>
              <a:t>that support </a:t>
            </a:r>
            <a:r>
              <a:rPr lang="en-US" dirty="0"/>
              <a:t>the processing and exchange of electronic information meant to support various types </a:t>
            </a:r>
            <a:r>
              <a:rPr lang="en-US" dirty="0" smtClean="0"/>
              <a:t>of computing </a:t>
            </a:r>
            <a:r>
              <a:rPr lang="en-US" dirty="0"/>
              <a:t>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25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Computing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Types of Computing </a:t>
            </a:r>
            <a:r>
              <a:rPr lang="en-US" dirty="0" smtClean="0"/>
              <a:t>Environments: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Computing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 Environment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sharing Environment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Environment</a:t>
            </a:r>
            <a:endParaRPr lang="en-US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64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Computing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All </a:t>
            </a:r>
            <a:r>
              <a:rPr lang="en-US" dirty="0"/>
              <a:t>of the computer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components are tied together in our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computer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A personal computer 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</a:t>
            </a:r>
            <a:r>
              <a:rPr lang="en-US" dirty="0"/>
              <a:t>) is a computer whose original sales </a:t>
            </a:r>
            <a:r>
              <a:rPr lang="en-US" dirty="0" smtClean="0"/>
              <a:t>price, size</a:t>
            </a:r>
            <a:r>
              <a:rPr lang="en-US" dirty="0"/>
              <a:t>, and capabilities make it useful for individuals, and intended to be </a:t>
            </a:r>
            <a:r>
              <a:rPr lang="en-US" dirty="0" smtClean="0"/>
              <a:t>operated directly </a:t>
            </a:r>
            <a:r>
              <a:rPr lang="en-US" dirty="0"/>
              <a:t>by an end user, with no intervening computer operator. People </a:t>
            </a:r>
            <a:r>
              <a:rPr lang="en-US" dirty="0" smtClean="0"/>
              <a:t>generally relate </a:t>
            </a:r>
            <a:r>
              <a:rPr lang="en-US" dirty="0"/>
              <a:t>this term with </a:t>
            </a:r>
            <a:r>
              <a:rPr lang="en-US" dirty="0" smtClean="0"/>
              <a:t>Microsoft’s </a:t>
            </a:r>
            <a:r>
              <a:rPr lang="en-US" dirty="0"/>
              <a:t>Windows Operating system. Personal </a:t>
            </a:r>
            <a:r>
              <a:rPr lang="en-US" dirty="0" smtClean="0"/>
              <a:t>computers generally </a:t>
            </a:r>
            <a:r>
              <a:rPr lang="en-US" dirty="0"/>
              <a:t>run on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</a:t>
            </a:r>
            <a:r>
              <a:rPr lang="en-US" dirty="0"/>
              <a:t>,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</a:t>
            </a:r>
            <a:r>
              <a:rPr lang="en-US" dirty="0"/>
              <a:t> or some version of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Linux</a:t>
            </a:r>
            <a:r>
              <a:rPr lang="en-US" dirty="0"/>
              <a:t> operating system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Desktop: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Desktop computer is just another version of Personal Computer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intended for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 use from a single use.</a:t>
            </a:r>
            <a:r>
              <a:rPr lang="en-US" dirty="0"/>
              <a:t> A computer that can be fit on a desk can also </a:t>
            </a:r>
            <a:r>
              <a:rPr lang="en-US" dirty="0" smtClean="0"/>
              <a:t>be called </a:t>
            </a:r>
            <a:r>
              <a:rPr lang="en-US" dirty="0"/>
              <a:t>as desktop.</a:t>
            </a:r>
            <a:endParaRPr lang="en-US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51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 Computing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824736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417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Time-Sharing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In the time-sharing environment,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computing must be done by the central computer</a:t>
            </a:r>
            <a:r>
              <a:rPr lang="en-US" dirty="0"/>
              <a:t>. </a:t>
            </a:r>
            <a:r>
              <a:rPr lang="en-US" dirty="0" smtClean="0"/>
              <a:t>The central </a:t>
            </a:r>
            <a:r>
              <a:rPr lang="en-US" dirty="0"/>
              <a:t>computer the shared resources, it manage the shared data and printing.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Employees in large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companies often work in what is known as time sharing environment. </a:t>
            </a:r>
            <a:r>
              <a:rPr lang="en-US" dirty="0"/>
              <a:t>In the time </a:t>
            </a:r>
            <a:r>
              <a:rPr lang="en-US" dirty="0" smtClean="0"/>
              <a:t>sharing environment</a:t>
            </a:r>
            <a:r>
              <a:rPr lang="en-US" dirty="0"/>
              <a:t>, many users are connected to one or more computers. These computers may be </a:t>
            </a:r>
            <a:r>
              <a:rPr lang="en-US" dirty="0" smtClean="0"/>
              <a:t>minicomputers </a:t>
            </a:r>
            <a:r>
              <a:rPr lang="en-US" dirty="0"/>
              <a:t>and central mainframes.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this environment the output devices, auxiliary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devices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shared by all the users.</a:t>
            </a:r>
          </a:p>
        </p:txBody>
      </p:sp>
    </p:spTree>
    <p:extLst>
      <p:ext uri="{BB962C8B-B14F-4D97-AF65-F5344CB8AC3E}">
        <p14:creationId xmlns:p14="http://schemas.microsoft.com/office/powerpoint/2010/main" val="62080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Time-Sharing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7848600" cy="5327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206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Client/Server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dirty="0"/>
              <a:t>Client/Server computing environment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splits the computing function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between </a:t>
            </a:r>
            <a:r>
              <a:rPr lang="en-US" sz="2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central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and </a:t>
            </a:r>
            <a:r>
              <a:rPr lang="en-US" sz="2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user’s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computers</a:t>
            </a:r>
            <a:r>
              <a:rPr lang="en-US" sz="2600" dirty="0"/>
              <a:t>. </a:t>
            </a:r>
            <a:endParaRPr lang="en-US" sz="2600" dirty="0" smtClean="0"/>
          </a:p>
          <a:p>
            <a:pPr marL="0" indent="0" algn="just">
              <a:buNone/>
            </a:pPr>
            <a:endParaRPr lang="en-US" sz="2600" dirty="0" smtClean="0"/>
          </a:p>
          <a:p>
            <a:pPr marL="0" indent="0" algn="just">
              <a:buNone/>
            </a:pPr>
            <a:r>
              <a:rPr lang="en-US" sz="2600" dirty="0" smtClean="0"/>
              <a:t>The </a:t>
            </a:r>
            <a:r>
              <a:rPr lang="en-US" sz="2600" dirty="0"/>
              <a:t>users are given personal computers </a:t>
            </a:r>
            <a:r>
              <a:rPr lang="en-US" sz="2600" dirty="0" smtClean="0"/>
              <a:t>or work </a:t>
            </a:r>
            <a:r>
              <a:rPr lang="en-US" sz="2600" dirty="0"/>
              <a:t>stations so that some of the computation responsibility can be moved </a:t>
            </a:r>
            <a:r>
              <a:rPr lang="en-US" sz="2600" dirty="0" smtClean="0"/>
              <a:t>from the </a:t>
            </a:r>
            <a:r>
              <a:rPr lang="en-US" sz="2600" dirty="0"/>
              <a:t>central computer and assigned to the workstations. </a:t>
            </a:r>
            <a:endParaRPr lang="en-US" sz="2600" dirty="0" smtClean="0"/>
          </a:p>
          <a:p>
            <a:pPr marL="0" indent="0" algn="just">
              <a:buNone/>
            </a:pPr>
            <a:endParaRPr lang="en-US" sz="2600" dirty="0"/>
          </a:p>
          <a:p>
            <a:pPr marL="0" indent="0" algn="just">
              <a:buNone/>
            </a:pPr>
            <a:r>
              <a:rPr lang="en-US" sz="2600" dirty="0" smtClean="0"/>
              <a:t>In </a:t>
            </a:r>
            <a:r>
              <a:rPr lang="en-US" sz="2600" dirty="0"/>
              <a:t>the </a:t>
            </a:r>
            <a:r>
              <a:rPr lang="en-US" sz="2600" dirty="0" smtClean="0"/>
              <a:t>client/server environment </a:t>
            </a:r>
            <a:r>
              <a:rPr lang="en-US" sz="2600" dirty="0"/>
              <a:t>the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users micro computers or work stations are called the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600" dirty="0"/>
              <a:t> </a:t>
            </a:r>
            <a:r>
              <a:rPr lang="en-US" sz="2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central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which may be a powerful micro computer, minicomputer </a:t>
            </a:r>
            <a:r>
              <a:rPr lang="en-US" sz="2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central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mainframe system is known as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server.</a:t>
            </a:r>
          </a:p>
        </p:txBody>
      </p:sp>
    </p:spTree>
    <p:extLst>
      <p:ext uri="{BB962C8B-B14F-4D97-AF65-F5344CB8AC3E}">
        <p14:creationId xmlns:p14="http://schemas.microsoft.com/office/powerpoint/2010/main" val="149068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Client/Server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534400" cy="5319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524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Computing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 smtClean="0"/>
              <a:t>A distributed computing environment provides a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seamless integration of computing functions between different servers and clients</a:t>
            </a:r>
            <a:r>
              <a:rPr lang="en-US" dirty="0" smtClean="0"/>
              <a:t>. The internet provides connectivity to different servers throughout the world. This environment provides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reliable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scalabl</a:t>
            </a:r>
            <a:r>
              <a:rPr lang="en-US" dirty="0" smtClean="0"/>
              <a:t>e and highly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available</a:t>
            </a:r>
            <a:r>
              <a:rPr lang="en-US" dirty="0" smtClean="0"/>
              <a:t> network.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105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Time-Sharing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10243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579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87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870</Words>
  <Application>Microsoft Office PowerPoint</Application>
  <PresentationFormat>On-screen Show (4:3)</PresentationFormat>
  <Paragraphs>132</Paragraphs>
  <Slides>24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Office Theme</vt:lpstr>
      <vt:lpstr>1_Slipstream</vt:lpstr>
      <vt:lpstr>Structure Programming  ICT-1105  Information and Communication Technology</vt:lpstr>
      <vt:lpstr>References &amp; Books:</vt:lpstr>
      <vt:lpstr>Computer systems</vt:lpstr>
      <vt:lpstr>Computer systems</vt:lpstr>
      <vt:lpstr>Computer systems</vt:lpstr>
      <vt:lpstr>Computer systems</vt:lpstr>
      <vt:lpstr>Computer systems</vt:lpstr>
      <vt:lpstr>Computer systems</vt:lpstr>
      <vt:lpstr>Computer systems</vt:lpstr>
      <vt:lpstr>Computer systems</vt:lpstr>
      <vt:lpstr>Computer systems</vt:lpstr>
      <vt:lpstr>Computer systems</vt:lpstr>
      <vt:lpstr>Computer systems</vt:lpstr>
      <vt:lpstr>Computing Environment</vt:lpstr>
      <vt:lpstr>Computing Environment</vt:lpstr>
      <vt:lpstr>Personal Computing Environment</vt:lpstr>
      <vt:lpstr>Personal Computing Environment</vt:lpstr>
      <vt:lpstr>Time-Sharing Environment</vt:lpstr>
      <vt:lpstr>Time-Sharing Environment</vt:lpstr>
      <vt:lpstr>Client/Server Environment</vt:lpstr>
      <vt:lpstr>Client/Server Environment</vt:lpstr>
      <vt:lpstr>Distributed Computing Environment</vt:lpstr>
      <vt:lpstr>Time-Sharing Environment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AION</cp:lastModifiedBy>
  <cp:revision>156</cp:revision>
  <dcterms:created xsi:type="dcterms:W3CDTF">2019-09-20T11:10:00Z</dcterms:created>
  <dcterms:modified xsi:type="dcterms:W3CDTF">2024-11-13T04:07:14Z</dcterms:modified>
</cp:coreProperties>
</file>