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23"/>
  </p:notesMasterIdLst>
  <p:sldIdLst>
    <p:sldId id="463" r:id="rId4"/>
    <p:sldId id="467" r:id="rId5"/>
    <p:sldId id="534" r:id="rId6"/>
    <p:sldId id="623" r:id="rId7"/>
    <p:sldId id="687" r:id="rId8"/>
    <p:sldId id="688" r:id="rId9"/>
    <p:sldId id="689" r:id="rId10"/>
    <p:sldId id="690" r:id="rId11"/>
    <p:sldId id="691" r:id="rId12"/>
    <p:sldId id="692" r:id="rId13"/>
    <p:sldId id="693" r:id="rId14"/>
    <p:sldId id="694" r:id="rId15"/>
    <p:sldId id="695" r:id="rId16"/>
    <p:sldId id="696" r:id="rId17"/>
    <p:sldId id="697" r:id="rId18"/>
    <p:sldId id="698" r:id="rId19"/>
    <p:sldId id="699" r:id="rId20"/>
    <p:sldId id="700" r:id="rId21"/>
    <p:sldId id="46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3/5/2025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Lecture-17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Pointers</a:t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Pointer is a variable that stores/hold address of another variable of same data </a:t>
            </a:r>
            <a:r>
              <a:rPr lang="en-US" dirty="0" smtClean="0"/>
              <a:t>type.</a:t>
            </a:r>
          </a:p>
          <a:p>
            <a:pPr marL="0" indent="0" algn="just">
              <a:buNone/>
            </a:pPr>
            <a:r>
              <a:rPr lang="en-US" dirty="0" smtClean="0"/>
              <a:t>It is also </a:t>
            </a:r>
            <a:r>
              <a:rPr lang="en-US" dirty="0"/>
              <a:t>known as locator or indicator that points to an address of a value. A pointer is </a:t>
            </a:r>
            <a:r>
              <a:rPr lang="en-US" dirty="0" smtClean="0"/>
              <a:t>a derived </a:t>
            </a:r>
            <a:r>
              <a:rPr lang="en-US" dirty="0"/>
              <a:t>data type in </a:t>
            </a:r>
            <a:r>
              <a:rPr lang="en-US" dirty="0" smtClean="0"/>
              <a:t>C.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062413"/>
            <a:ext cx="5998528" cy="180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Benefit of using pointers</a:t>
            </a:r>
          </a:p>
          <a:p>
            <a:pPr algn="just"/>
            <a:r>
              <a:rPr lang="en-US" dirty="0" smtClean="0"/>
              <a:t>Pointers </a:t>
            </a:r>
            <a:r>
              <a:rPr lang="en-US" dirty="0"/>
              <a:t>are more efficient in handling Array and Structure.</a:t>
            </a:r>
          </a:p>
          <a:p>
            <a:pPr algn="just"/>
            <a:r>
              <a:rPr lang="en-US" dirty="0" smtClean="0"/>
              <a:t>Pointer </a:t>
            </a:r>
            <a:r>
              <a:rPr lang="en-US" dirty="0"/>
              <a:t>allows references to function and thereby helps in passing of function </a:t>
            </a:r>
            <a:r>
              <a:rPr lang="en-US" dirty="0" smtClean="0"/>
              <a:t>as arguments </a:t>
            </a:r>
            <a:r>
              <a:rPr lang="en-US" dirty="0"/>
              <a:t>to other function.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reduces length and the program execution time.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allows C to support dynamic memory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5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Declaration of Pointer</a:t>
            </a:r>
          </a:p>
          <a:p>
            <a:pPr marL="0" indent="0" algn="just">
              <a:buNone/>
            </a:pPr>
            <a:r>
              <a:rPr lang="en-US" dirty="0" err="1"/>
              <a:t>data_type</a:t>
            </a:r>
            <a:r>
              <a:rPr lang="en-US" dirty="0"/>
              <a:t>* </a:t>
            </a:r>
            <a:r>
              <a:rPr lang="en-US" dirty="0" err="1"/>
              <a:t>pointer_variable_name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/>
              <a:t>* p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unary operator * is the indirection or dereferencing operator; when applied to a pointer, </a:t>
            </a:r>
            <a:r>
              <a:rPr lang="en-US" dirty="0" smtClean="0"/>
              <a:t>it accesses </a:t>
            </a:r>
            <a:r>
              <a:rPr lang="en-US" dirty="0"/>
              <a:t>the object the pointer points to.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7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Pointer variable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Pointer Initialization is the process of assigning address of a variable to pointer variable.</a:t>
            </a:r>
          </a:p>
          <a:p>
            <a:pPr marL="0" indent="0" algn="just">
              <a:buNone/>
            </a:pPr>
            <a:r>
              <a:rPr lang="en-US" dirty="0"/>
              <a:t>Pointer variable contains address of variable of same data type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10 ;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ptr</a:t>
            </a:r>
            <a:r>
              <a:rPr lang="en-US" dirty="0"/>
              <a:t> ; //pointer declaration</a:t>
            </a:r>
          </a:p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&amp;a</a:t>
            </a:r>
            <a:r>
              <a:rPr lang="en-US" dirty="0"/>
              <a:t> ; //pointer initialization</a:t>
            </a:r>
          </a:p>
          <a:p>
            <a:pPr marL="0" indent="0" algn="just">
              <a:buNone/>
            </a:pPr>
            <a:r>
              <a:rPr lang="en-US" dirty="0"/>
              <a:t>or</a:t>
            </a:r>
            <a:r>
              <a:rPr lang="en-US" dirty="0" smtClean="0"/>
              <a:t>,</a:t>
            </a:r>
          </a:p>
          <a:p>
            <a:pPr marL="0" indent="0" algn="just">
              <a:buNone/>
            </a:pPr>
            <a:r>
              <a:rPr lang="en-US" dirty="0" err="1"/>
              <a:t>nt</a:t>
            </a:r>
            <a:r>
              <a:rPr lang="en-US" dirty="0"/>
              <a:t> *</a:t>
            </a:r>
            <a:r>
              <a:rPr lang="en-US" dirty="0" err="1"/>
              <a:t>ptr</a:t>
            </a:r>
            <a:r>
              <a:rPr lang="en-US" dirty="0"/>
              <a:t> = &amp;a ; </a:t>
            </a:r>
            <a:r>
              <a:rPr lang="en-US" sz="3000" dirty="0"/>
              <a:t>//initialization and declaration together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11528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Pointer variable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Note:Pointer</a:t>
            </a:r>
            <a:r>
              <a:rPr lang="en-US" dirty="0"/>
              <a:t> variable always points to same type of data.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float </a:t>
            </a:r>
            <a:r>
              <a:rPr lang="en-US" dirty="0"/>
              <a:t>a;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ptr</a:t>
            </a:r>
            <a:r>
              <a:rPr lang="en-US" dirty="0"/>
              <a:t> = &amp;a; //ERROR, type mismatch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81473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example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r>
              <a:rPr lang="en-US" sz="3000" dirty="0"/>
              <a:t>As you can see in the above figure, pointer variable stores the address of number variable </a:t>
            </a:r>
            <a:r>
              <a:rPr lang="en-US" sz="3000" dirty="0" smtClean="0"/>
              <a:t>i.e. fff4</a:t>
            </a:r>
            <a:r>
              <a:rPr lang="en-US" sz="3000" dirty="0"/>
              <a:t>. The value of number variable is 50. But the address of pointer variable p is aaa3.</a:t>
            </a:r>
          </a:p>
          <a:p>
            <a:pPr marL="0" indent="0" algn="just">
              <a:buNone/>
            </a:pPr>
            <a:r>
              <a:rPr lang="en-US" sz="3000" dirty="0"/>
              <a:t>By the help of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 </a:t>
            </a:r>
            <a:r>
              <a:rPr lang="en-US" sz="3000" dirty="0"/>
              <a:t>(indirection operator), we can print the value of pointer variable p</a:t>
            </a:r>
            <a:r>
              <a:rPr lang="en-US" sz="3000" dirty="0" smtClean="0"/>
              <a:t>.</a:t>
            </a: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56774"/>
            <a:ext cx="5602713" cy="2829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606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 operator (&amp;) and Dereference operator (*)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n-US" sz="3000" dirty="0"/>
              <a:t> is called reference operator. It gives you the address of a variable. There is another </a:t>
            </a:r>
            <a:r>
              <a:rPr lang="en-US" sz="3000" dirty="0" smtClean="0"/>
              <a:t>operator that </a:t>
            </a:r>
            <a:r>
              <a:rPr lang="en-US" sz="3000" dirty="0"/>
              <a:t>gets you the value from the address, it is called a dereference operator (</a:t>
            </a:r>
            <a:r>
              <a:rPr lang="en-US" sz="3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en-US" sz="3000" dirty="0"/>
              <a:t>).</a:t>
            </a: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8610600" cy="2194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58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Dereferencing of Pointer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000" dirty="0"/>
              <a:t>Once a pointer has been assigned the address of a variable. To access the value of </a:t>
            </a:r>
            <a:r>
              <a:rPr lang="en-US" sz="3000" dirty="0" smtClean="0"/>
              <a:t>variable, pointer </a:t>
            </a:r>
            <a:r>
              <a:rPr lang="en-US" sz="3000" dirty="0"/>
              <a:t>is dereferenced, using the indirection operator </a:t>
            </a:r>
            <a:r>
              <a:rPr lang="en-US" sz="3000" dirty="0" smtClean="0"/>
              <a:t>*.</a:t>
            </a:r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r>
              <a:rPr lang="en-US" sz="3000" dirty="0" err="1"/>
              <a:t>int</a:t>
            </a:r>
            <a:r>
              <a:rPr lang="en-US" sz="3000" dirty="0"/>
              <a:t> a,*p;</a:t>
            </a:r>
          </a:p>
          <a:p>
            <a:pPr marL="0" indent="0" algn="just">
              <a:buNone/>
            </a:pPr>
            <a:r>
              <a:rPr lang="en-US" sz="3000" dirty="0"/>
              <a:t>a = 10;</a:t>
            </a:r>
          </a:p>
          <a:p>
            <a:pPr marL="0" indent="0" algn="just">
              <a:buNone/>
            </a:pPr>
            <a:r>
              <a:rPr lang="en-US" sz="3000" dirty="0"/>
              <a:t>p = &amp;a;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("%d",*p); //this will print the value of a.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("%d",*&amp;a); //this will also print the value of a.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("%</a:t>
            </a:r>
            <a:r>
              <a:rPr lang="en-US" sz="3000" dirty="0" err="1"/>
              <a:t>u",&amp;a</a:t>
            </a:r>
            <a:r>
              <a:rPr lang="en-US" sz="3000" dirty="0"/>
              <a:t>); //this will print the address of a.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("%</a:t>
            </a:r>
            <a:r>
              <a:rPr lang="en-US" sz="3000" dirty="0" err="1"/>
              <a:t>u",p</a:t>
            </a:r>
            <a:r>
              <a:rPr lang="en-US" sz="3000" dirty="0"/>
              <a:t>); //this will also print the address of a.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("%</a:t>
            </a:r>
            <a:r>
              <a:rPr lang="en-US" sz="3000" dirty="0" err="1"/>
              <a:t>u",&amp;p</a:t>
            </a:r>
            <a:r>
              <a:rPr lang="en-US" sz="3000" dirty="0"/>
              <a:t>); //this will also print the address of p</a:t>
            </a:r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6574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POINTS TO REMEMBER ABOUT POINTERS IN C: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Normal </a:t>
            </a:r>
            <a:r>
              <a:rPr lang="en-US" sz="3000" dirty="0"/>
              <a:t>variable stores the value whereas pointer variable stores the address of </a:t>
            </a:r>
            <a:r>
              <a:rPr lang="en-US" sz="3000" dirty="0" smtClean="0"/>
              <a:t>the variable</a:t>
            </a:r>
            <a:r>
              <a:rPr lang="en-US" sz="3000" dirty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The </a:t>
            </a:r>
            <a:r>
              <a:rPr lang="en-US" sz="3000" dirty="0"/>
              <a:t>content of the C pointer always be a whole number i.e. address</a:t>
            </a:r>
            <a:r>
              <a:rPr lang="en-US" sz="3000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 </a:t>
            </a:r>
            <a:r>
              <a:rPr lang="en-US" sz="3000" dirty="0"/>
              <a:t>Always C pointer is initialized to null, i.e. </a:t>
            </a:r>
            <a:r>
              <a:rPr lang="en-US" sz="3000" dirty="0" err="1"/>
              <a:t>int</a:t>
            </a:r>
            <a:r>
              <a:rPr lang="en-US" sz="3000" dirty="0"/>
              <a:t> *p = null.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 </a:t>
            </a:r>
            <a:r>
              <a:rPr lang="en-US" sz="3000" dirty="0"/>
              <a:t>The value of null pointer is 0.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&amp; </a:t>
            </a:r>
            <a:r>
              <a:rPr lang="en-US" sz="3000" dirty="0"/>
              <a:t>symbol is used to get the address of the variable.</a:t>
            </a: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9444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POINTS TO REMEMBER ABOUT POINTERS IN C: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* </a:t>
            </a:r>
            <a:r>
              <a:rPr lang="en-US" sz="3000" dirty="0"/>
              <a:t>symbol is used to get the value of the variable that the pointer is pointing to.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 </a:t>
            </a:r>
            <a:r>
              <a:rPr lang="en-US" sz="3000" dirty="0"/>
              <a:t>If a pointer in C is assigned to NULL, it means it is pointing to nothing.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Two </a:t>
            </a:r>
            <a:r>
              <a:rPr lang="en-US" sz="3000" dirty="0"/>
              <a:t>pointers can be subtracted to know how many elements are available between </a:t>
            </a:r>
            <a:r>
              <a:rPr lang="en-US" sz="3000" dirty="0" smtClean="0"/>
              <a:t>these two </a:t>
            </a:r>
            <a:r>
              <a:rPr lang="en-US" sz="3000" dirty="0"/>
              <a:t>pointers.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But</a:t>
            </a:r>
            <a:r>
              <a:rPr lang="en-US" sz="3000" dirty="0"/>
              <a:t>, Pointer addition, multiplication, division are not allowed.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dirty="0" smtClean="0"/>
              <a:t>The </a:t>
            </a:r>
            <a:r>
              <a:rPr lang="en-US" sz="3000" dirty="0"/>
              <a:t>size of any pointer is 2 byte (for 16 bit compiler).</a:t>
            </a:r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7744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Example-1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5715000" cy="5546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582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Example-1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5715000" cy="5546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31232"/>
            <a:ext cx="3730204" cy="22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450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Example-2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000" dirty="0"/>
              <a:t>#include &lt;</a:t>
            </a:r>
            <a:r>
              <a:rPr lang="en-US" sz="3000" dirty="0" err="1"/>
              <a:t>stdio.h</a:t>
            </a:r>
            <a:r>
              <a:rPr lang="en-US" sz="3000" dirty="0"/>
              <a:t>&gt;</a:t>
            </a:r>
          </a:p>
          <a:p>
            <a:pPr marL="0" indent="0" algn="just">
              <a:buNone/>
            </a:pPr>
            <a:r>
              <a:rPr lang="en-US" sz="3000" dirty="0" err="1"/>
              <a:t>int</a:t>
            </a:r>
            <a:r>
              <a:rPr lang="en-US" sz="3000" dirty="0"/>
              <a:t> main()</a:t>
            </a:r>
          </a:p>
          <a:p>
            <a:pPr marL="0" indent="0" algn="just">
              <a:buNone/>
            </a:pPr>
            <a:r>
              <a:rPr lang="en-US" sz="3000" dirty="0"/>
              <a:t>{</a:t>
            </a:r>
          </a:p>
          <a:p>
            <a:pPr marL="0" indent="0" algn="just">
              <a:buNone/>
            </a:pPr>
            <a:r>
              <a:rPr lang="en-US" sz="3000" dirty="0" err="1"/>
              <a:t>int</a:t>
            </a:r>
            <a:r>
              <a:rPr lang="en-US" sz="3000" dirty="0"/>
              <a:t> *</a:t>
            </a:r>
            <a:r>
              <a:rPr lang="en-US" sz="3000" dirty="0" err="1"/>
              <a:t>ptr</a:t>
            </a:r>
            <a:r>
              <a:rPr lang="en-US" sz="3000" dirty="0"/>
              <a:t>, q;</a:t>
            </a:r>
          </a:p>
          <a:p>
            <a:pPr marL="0" indent="0" algn="just">
              <a:buNone/>
            </a:pPr>
            <a:r>
              <a:rPr lang="en-US" sz="3000" dirty="0"/>
              <a:t>q = 50</a:t>
            </a:r>
            <a:r>
              <a:rPr lang="en-US" sz="3000" dirty="0" smtClean="0"/>
              <a:t>;</a:t>
            </a:r>
          </a:p>
          <a:p>
            <a:pPr marL="0" indent="0" algn="just">
              <a:buNone/>
            </a:pPr>
            <a:r>
              <a:rPr lang="en-US" sz="3000" dirty="0"/>
              <a:t>/* address of q is assigned to </a:t>
            </a:r>
            <a:r>
              <a:rPr lang="en-US" sz="3000" dirty="0" err="1"/>
              <a:t>ptr</a:t>
            </a:r>
            <a:r>
              <a:rPr lang="en-US" sz="3000" dirty="0"/>
              <a:t> */</a:t>
            </a:r>
          </a:p>
          <a:p>
            <a:pPr marL="0" indent="0" algn="just">
              <a:buNone/>
            </a:pPr>
            <a:r>
              <a:rPr lang="en-US" sz="3000" dirty="0" err="1"/>
              <a:t>ptr</a:t>
            </a:r>
            <a:r>
              <a:rPr lang="en-US" sz="3000" dirty="0"/>
              <a:t> = &amp;q;</a:t>
            </a:r>
          </a:p>
          <a:p>
            <a:pPr marL="0" indent="0" algn="just">
              <a:buNone/>
            </a:pPr>
            <a:r>
              <a:rPr lang="en-US" sz="3000" dirty="0"/>
              <a:t>/* display q's value using </a:t>
            </a:r>
            <a:r>
              <a:rPr lang="en-US" sz="3000" dirty="0" err="1"/>
              <a:t>ptr</a:t>
            </a:r>
            <a:r>
              <a:rPr lang="en-US" sz="3000" dirty="0"/>
              <a:t> variable */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("%d", *</a:t>
            </a:r>
            <a:r>
              <a:rPr lang="en-US" sz="3000" dirty="0" err="1"/>
              <a:t>ptr</a:t>
            </a:r>
            <a:r>
              <a:rPr lang="en-US" sz="3000" dirty="0"/>
              <a:t>);</a:t>
            </a:r>
          </a:p>
          <a:p>
            <a:pPr marL="0" indent="0" algn="just">
              <a:buNone/>
            </a:pPr>
            <a:r>
              <a:rPr lang="en-US" sz="3000" dirty="0"/>
              <a:t>return 0;</a:t>
            </a:r>
          </a:p>
          <a:p>
            <a:pPr marL="0" indent="0" algn="just">
              <a:buNone/>
            </a:pPr>
            <a:r>
              <a:rPr lang="en-US" sz="3000" dirty="0"/>
              <a:t>}</a:t>
            </a: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64963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Example-3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3000" dirty="0"/>
              <a:t>#include &lt;</a:t>
            </a:r>
            <a:r>
              <a:rPr lang="en-US" sz="3000" dirty="0" err="1"/>
              <a:t>stdio.h</a:t>
            </a:r>
            <a:r>
              <a:rPr lang="en-US" sz="3000" dirty="0"/>
              <a:t>&gt;</a:t>
            </a:r>
          </a:p>
          <a:p>
            <a:pPr marL="0" indent="0" algn="just">
              <a:buNone/>
            </a:pPr>
            <a:r>
              <a:rPr lang="en-US" sz="3000" dirty="0" err="1"/>
              <a:t>int</a:t>
            </a:r>
            <a:r>
              <a:rPr lang="en-US" sz="3000" dirty="0"/>
              <a:t> main()</a:t>
            </a:r>
          </a:p>
          <a:p>
            <a:pPr marL="0" indent="0" algn="just">
              <a:buNone/>
            </a:pPr>
            <a:r>
              <a:rPr lang="en-US" sz="3000" dirty="0"/>
              <a:t>{</a:t>
            </a:r>
          </a:p>
          <a:p>
            <a:pPr marL="0" indent="0" algn="just">
              <a:buNone/>
            </a:pPr>
            <a:r>
              <a:rPr lang="en-US" sz="3000" dirty="0" err="1"/>
              <a:t>int</a:t>
            </a:r>
            <a:r>
              <a:rPr lang="en-US" sz="3000" dirty="0"/>
              <a:t> </a:t>
            </a:r>
            <a:r>
              <a:rPr lang="en-US" sz="3000" dirty="0" err="1"/>
              <a:t>var</a:t>
            </a:r>
            <a:r>
              <a:rPr lang="en-US" sz="3000" dirty="0"/>
              <a:t> =10;</a:t>
            </a:r>
          </a:p>
          <a:p>
            <a:pPr marL="0" indent="0" algn="just">
              <a:buNone/>
            </a:pPr>
            <a:r>
              <a:rPr lang="en-US" sz="3000" dirty="0" err="1"/>
              <a:t>int</a:t>
            </a:r>
            <a:r>
              <a:rPr lang="en-US" sz="3000" dirty="0"/>
              <a:t> *p;</a:t>
            </a:r>
          </a:p>
          <a:p>
            <a:pPr marL="0" indent="0" algn="just">
              <a:buNone/>
            </a:pPr>
            <a:r>
              <a:rPr lang="en-US" sz="3000" dirty="0"/>
              <a:t>p= &amp;</a:t>
            </a:r>
            <a:r>
              <a:rPr lang="en-US" sz="3000" dirty="0" err="1"/>
              <a:t>var</a:t>
            </a:r>
            <a:r>
              <a:rPr lang="en-US" sz="3000" dirty="0"/>
              <a:t>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 ( "\n Address of </a:t>
            </a:r>
            <a:r>
              <a:rPr lang="en-US" sz="3000" dirty="0" err="1"/>
              <a:t>var</a:t>
            </a:r>
            <a:r>
              <a:rPr lang="en-US" sz="3000" dirty="0"/>
              <a:t> is: %u", &amp;</a:t>
            </a:r>
            <a:r>
              <a:rPr lang="en-US" sz="3000" dirty="0" err="1"/>
              <a:t>var</a:t>
            </a:r>
            <a:r>
              <a:rPr lang="en-US" sz="3000" dirty="0"/>
              <a:t>);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 ( "\n Address of </a:t>
            </a:r>
            <a:r>
              <a:rPr lang="en-US" sz="3000" dirty="0" err="1"/>
              <a:t>var</a:t>
            </a:r>
            <a:r>
              <a:rPr lang="en-US" sz="3000" dirty="0"/>
              <a:t> is: %u", p);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 ( "\n Address of pointer p is: %u", &amp;p);</a:t>
            </a:r>
          </a:p>
          <a:p>
            <a:pPr marL="0" indent="0" algn="just">
              <a:buNone/>
            </a:pPr>
            <a:r>
              <a:rPr lang="en-US" sz="3000" dirty="0"/>
              <a:t>/* Note I have used %u for p's value as it should be an address*/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( "\n Value of pointer p is: %u", p);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 ( "\n Value of </a:t>
            </a:r>
            <a:r>
              <a:rPr lang="en-US" sz="3000" dirty="0" err="1"/>
              <a:t>var</a:t>
            </a:r>
            <a:r>
              <a:rPr lang="en-US" sz="3000" dirty="0"/>
              <a:t> is: %d", </a:t>
            </a:r>
            <a:r>
              <a:rPr lang="en-US" sz="3000" dirty="0" err="1"/>
              <a:t>var</a:t>
            </a:r>
            <a:r>
              <a:rPr lang="en-US" sz="3000" dirty="0"/>
              <a:t>);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 ( "\n Value of </a:t>
            </a:r>
            <a:r>
              <a:rPr lang="en-US" sz="3000" dirty="0" err="1"/>
              <a:t>var</a:t>
            </a:r>
            <a:r>
              <a:rPr lang="en-US" sz="3000" dirty="0"/>
              <a:t> is: %d", *p);</a:t>
            </a:r>
          </a:p>
          <a:p>
            <a:pPr marL="0" indent="0" algn="just">
              <a:buNone/>
            </a:pPr>
            <a:r>
              <a:rPr lang="en-US" sz="3000" dirty="0" err="1"/>
              <a:t>printf</a:t>
            </a:r>
            <a:r>
              <a:rPr lang="en-US" sz="3000" dirty="0"/>
              <a:t> ( "\n Value of </a:t>
            </a:r>
            <a:r>
              <a:rPr lang="en-US" sz="3000" dirty="0" err="1"/>
              <a:t>var</a:t>
            </a:r>
            <a:r>
              <a:rPr lang="en-US" sz="3000" dirty="0"/>
              <a:t> is: %d", *( &amp;</a:t>
            </a:r>
            <a:r>
              <a:rPr lang="en-US" sz="3000" dirty="0" err="1"/>
              <a:t>var</a:t>
            </a:r>
            <a:r>
              <a:rPr lang="en-US" sz="3000" dirty="0"/>
              <a:t>));</a:t>
            </a:r>
          </a:p>
          <a:p>
            <a:pPr marL="0" indent="0" algn="just">
              <a:buNone/>
            </a:pPr>
            <a:r>
              <a:rPr lang="en-US" sz="3000" dirty="0"/>
              <a:t>}</a:t>
            </a:r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4693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2136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Example-3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Output:</a:t>
            </a:r>
          </a:p>
          <a:p>
            <a:pPr marL="0" indent="0" algn="just">
              <a:buNone/>
            </a:pPr>
            <a:r>
              <a:rPr lang="en-US" sz="3000" dirty="0"/>
              <a:t>Address of </a:t>
            </a:r>
            <a:r>
              <a:rPr lang="en-US" sz="3000" dirty="0" err="1"/>
              <a:t>var</a:t>
            </a:r>
            <a:r>
              <a:rPr lang="en-US" sz="3000" dirty="0"/>
              <a:t> is: 00XBBA77</a:t>
            </a:r>
          </a:p>
          <a:p>
            <a:pPr marL="0" indent="0" algn="just">
              <a:buNone/>
            </a:pPr>
            <a:r>
              <a:rPr lang="en-US" sz="3000" dirty="0"/>
              <a:t>Address of </a:t>
            </a:r>
            <a:r>
              <a:rPr lang="en-US" sz="3000" dirty="0" err="1"/>
              <a:t>var</a:t>
            </a:r>
            <a:r>
              <a:rPr lang="en-US" sz="3000" dirty="0"/>
              <a:t> is: 00XBBA77</a:t>
            </a:r>
          </a:p>
          <a:p>
            <a:pPr marL="0" indent="0" algn="just">
              <a:buNone/>
            </a:pPr>
            <a:r>
              <a:rPr lang="en-US" sz="3000" dirty="0"/>
              <a:t>Address of pointer p is: 77221111</a:t>
            </a:r>
          </a:p>
          <a:p>
            <a:pPr marL="0" indent="0" algn="just">
              <a:buNone/>
            </a:pPr>
            <a:r>
              <a:rPr lang="en-US" sz="3000" dirty="0"/>
              <a:t>Value of pointer p is: 00XBBA77</a:t>
            </a:r>
          </a:p>
          <a:p>
            <a:pPr marL="0" indent="0" algn="just">
              <a:buNone/>
            </a:pPr>
            <a:r>
              <a:rPr lang="en-US" sz="3000" dirty="0"/>
              <a:t>Value of </a:t>
            </a:r>
            <a:r>
              <a:rPr lang="en-US" sz="3000" dirty="0" err="1"/>
              <a:t>var</a:t>
            </a:r>
            <a:r>
              <a:rPr lang="en-US" sz="3000" dirty="0"/>
              <a:t> is: 10</a:t>
            </a:r>
          </a:p>
          <a:p>
            <a:pPr marL="0" indent="0" algn="just">
              <a:buNone/>
            </a:pPr>
            <a:r>
              <a:rPr lang="en-US" sz="3000" dirty="0"/>
              <a:t>Value of </a:t>
            </a:r>
            <a:r>
              <a:rPr lang="en-US" sz="3000" dirty="0" err="1"/>
              <a:t>var</a:t>
            </a:r>
            <a:r>
              <a:rPr lang="en-US" sz="3000" dirty="0"/>
              <a:t> is: 10</a:t>
            </a:r>
          </a:p>
          <a:p>
            <a:pPr marL="0" indent="0" algn="just">
              <a:buNone/>
            </a:pPr>
            <a:r>
              <a:rPr lang="en-US" sz="3000" dirty="0"/>
              <a:t>Value of </a:t>
            </a:r>
            <a:r>
              <a:rPr lang="en-US" sz="3000" dirty="0" err="1"/>
              <a:t>var</a:t>
            </a:r>
            <a:r>
              <a:rPr lang="en-US" sz="3000" dirty="0"/>
              <a:t> is: </a:t>
            </a:r>
            <a:r>
              <a:rPr lang="en-US" sz="3000" dirty="0" smtClean="0"/>
              <a:t>10</a:t>
            </a: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3025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4574</TotalTime>
  <Words>919</Words>
  <Application>Microsoft Office PowerPoint</Application>
  <PresentationFormat>On-screen Show (4:3)</PresentationFormat>
  <Paragraphs>167</Paragraphs>
  <Slides>19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Pointers </vt:lpstr>
      <vt:lpstr>Pointers</vt:lpstr>
      <vt:lpstr>Pointers</vt:lpstr>
      <vt:lpstr>Pointers</vt:lpstr>
      <vt:lpstr>Initialization of Pointer variable</vt:lpstr>
      <vt:lpstr>Initialization of Pointer variable</vt:lpstr>
      <vt:lpstr>Pointer example</vt:lpstr>
      <vt:lpstr>Reference operator (&amp;) and Dereference operator (*)</vt:lpstr>
      <vt:lpstr>Dereferencing of Pointer</vt:lpstr>
      <vt:lpstr>KEY POINTS TO REMEMBER ABOUT POINTERS IN C:</vt:lpstr>
      <vt:lpstr>KEY POINTS TO REMEMBER ABOUT POINTERS IN C:</vt:lpstr>
      <vt:lpstr>Example-1</vt:lpstr>
      <vt:lpstr>Example-1</vt:lpstr>
      <vt:lpstr>Example-2</vt:lpstr>
      <vt:lpstr>Example-3</vt:lpstr>
      <vt:lpstr>Example-3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484</cp:revision>
  <dcterms:created xsi:type="dcterms:W3CDTF">2019-09-20T11:10:00Z</dcterms:created>
  <dcterms:modified xsi:type="dcterms:W3CDTF">2025-03-05T03:19:48Z</dcterms:modified>
</cp:coreProperties>
</file>