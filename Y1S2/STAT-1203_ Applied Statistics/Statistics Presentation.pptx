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70" r:id="rId13"/>
    <p:sldId id="272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FF25D02-AC10-4FA3-B3AC-BB12725F8D0F}">
          <p14:sldIdLst>
            <p14:sldId id="257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9"/>
            <p14:sldId id="270"/>
            <p14:sldId id="272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800FDA-DBA9-4EC5-9BCF-B2FC601905DA}" v="782" dt="2025-09-14T19:57:30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di Hasan Fardin" userId="04ff971fcf0e64ce" providerId="LiveId" clId="{F581DD9B-EDF1-4EB7-B19B-214A443056BA}"/>
    <pc:docChg chg="undo custSel addSld delSld modSld sldOrd addSection delSection modSection">
      <pc:chgData name="Mahadi Hasan Fardin" userId="04ff971fcf0e64ce" providerId="LiveId" clId="{F581DD9B-EDF1-4EB7-B19B-214A443056BA}" dt="2025-09-14T19:58:41.636" v="1052" actId="207"/>
      <pc:docMkLst>
        <pc:docMk/>
      </pc:docMkLst>
      <pc:sldChg chg="addSp delSp modSp mod ord modAnim">
        <pc:chgData name="Mahadi Hasan Fardin" userId="04ff971fcf0e64ce" providerId="LiveId" clId="{F581DD9B-EDF1-4EB7-B19B-214A443056BA}" dt="2025-09-14T18:58:39.091" v="553" actId="1076"/>
        <pc:sldMkLst>
          <pc:docMk/>
          <pc:sldMk cId="1828479556" sldId="259"/>
        </pc:sldMkLst>
        <pc:spChg chg="mod">
          <ac:chgData name="Mahadi Hasan Fardin" userId="04ff971fcf0e64ce" providerId="LiveId" clId="{F581DD9B-EDF1-4EB7-B19B-214A443056BA}" dt="2025-09-14T18:13:50.827" v="195" actId="2711"/>
          <ac:spMkLst>
            <pc:docMk/>
            <pc:sldMk cId="1828479556" sldId="259"/>
            <ac:spMk id="2" creationId="{6255E040-A31A-C316-FAB9-B8D0DCDAFFAF}"/>
          </ac:spMkLst>
        </pc:spChg>
        <pc:spChg chg="del">
          <ac:chgData name="Mahadi Hasan Fardin" userId="04ff971fcf0e64ce" providerId="LiveId" clId="{F581DD9B-EDF1-4EB7-B19B-214A443056BA}" dt="2025-09-14T17:59:00.763" v="13" actId="478"/>
          <ac:spMkLst>
            <pc:docMk/>
            <pc:sldMk cId="1828479556" sldId="259"/>
            <ac:spMk id="4" creationId="{E4BBFE2C-0C83-1135-440F-E31E49DBD032}"/>
          </ac:spMkLst>
        </pc:spChg>
        <pc:spChg chg="del">
          <ac:chgData name="Mahadi Hasan Fardin" userId="04ff971fcf0e64ce" providerId="LiveId" clId="{F581DD9B-EDF1-4EB7-B19B-214A443056BA}" dt="2025-09-14T17:58:48.756" v="9" actId="478"/>
          <ac:spMkLst>
            <pc:docMk/>
            <pc:sldMk cId="1828479556" sldId="259"/>
            <ac:spMk id="6" creationId="{87010210-5F20-676E-DEEC-E4AE9C11FBCE}"/>
          </ac:spMkLst>
        </pc:spChg>
        <pc:spChg chg="del mod">
          <ac:chgData name="Mahadi Hasan Fardin" userId="04ff971fcf0e64ce" providerId="LiveId" clId="{F581DD9B-EDF1-4EB7-B19B-214A443056BA}" dt="2025-09-14T17:59:06.596" v="18" actId="478"/>
          <ac:spMkLst>
            <pc:docMk/>
            <pc:sldMk cId="1828479556" sldId="259"/>
            <ac:spMk id="15" creationId="{8EA22811-D565-DB1C-6578-39443514EBF5}"/>
          </ac:spMkLst>
        </pc:spChg>
        <pc:spChg chg="del mod">
          <ac:chgData name="Mahadi Hasan Fardin" userId="04ff971fcf0e64ce" providerId="LiveId" clId="{F581DD9B-EDF1-4EB7-B19B-214A443056BA}" dt="2025-09-14T17:59:01.968" v="14" actId="478"/>
          <ac:spMkLst>
            <pc:docMk/>
            <pc:sldMk cId="1828479556" sldId="259"/>
            <ac:spMk id="16" creationId="{6C53EA60-70D1-DF78-52A8-3E4234342926}"/>
          </ac:spMkLst>
        </pc:spChg>
        <pc:spChg chg="add del">
          <ac:chgData name="Mahadi Hasan Fardin" userId="04ff971fcf0e64ce" providerId="LiveId" clId="{F581DD9B-EDF1-4EB7-B19B-214A443056BA}" dt="2025-09-14T18:00:14.463" v="22" actId="22"/>
          <ac:spMkLst>
            <pc:docMk/>
            <pc:sldMk cId="1828479556" sldId="259"/>
            <ac:spMk id="40" creationId="{9FA48D8F-BD4D-6289-2234-7AF918837673}"/>
          </ac:spMkLst>
        </pc:spChg>
        <pc:spChg chg="add del mod">
          <ac:chgData name="Mahadi Hasan Fardin" userId="04ff971fcf0e64ce" providerId="LiveId" clId="{F581DD9B-EDF1-4EB7-B19B-214A443056BA}" dt="2025-09-14T18:00:45.465" v="26" actId="478"/>
          <ac:spMkLst>
            <pc:docMk/>
            <pc:sldMk cId="1828479556" sldId="259"/>
            <ac:spMk id="42" creationId="{E2D52E22-90A9-D501-26E2-FAD0A8D1E76C}"/>
          </ac:spMkLst>
        </pc:spChg>
        <pc:spChg chg="add del">
          <ac:chgData name="Mahadi Hasan Fardin" userId="04ff971fcf0e64ce" providerId="LiveId" clId="{F581DD9B-EDF1-4EB7-B19B-214A443056BA}" dt="2025-09-14T18:00:51.126" v="28" actId="22"/>
          <ac:spMkLst>
            <pc:docMk/>
            <pc:sldMk cId="1828479556" sldId="259"/>
            <ac:spMk id="44" creationId="{109EA251-65C8-B79E-01F5-BDEFFAA3CEBA}"/>
          </ac:spMkLst>
        </pc:spChg>
        <pc:spChg chg="add mod">
          <ac:chgData name="Mahadi Hasan Fardin" userId="04ff971fcf0e64ce" providerId="LiveId" clId="{F581DD9B-EDF1-4EB7-B19B-214A443056BA}" dt="2025-09-14T18:13:50.827" v="195" actId="2711"/>
          <ac:spMkLst>
            <pc:docMk/>
            <pc:sldMk cId="1828479556" sldId="259"/>
            <ac:spMk id="45" creationId="{B6ED6FDC-361A-EB35-906E-456CFFDCCC2F}"/>
          </ac:spMkLst>
        </pc:spChg>
        <pc:spChg chg="add mod">
          <ac:chgData name="Mahadi Hasan Fardin" userId="04ff971fcf0e64ce" providerId="LiveId" clId="{F581DD9B-EDF1-4EB7-B19B-214A443056BA}" dt="2025-09-14T18:10:10.679" v="119" actId="122"/>
          <ac:spMkLst>
            <pc:docMk/>
            <pc:sldMk cId="1828479556" sldId="259"/>
            <ac:spMk id="46" creationId="{DD3E9005-3B7F-D8AE-7C60-B0E73E9C17B4}"/>
          </ac:spMkLst>
        </pc:spChg>
        <pc:spChg chg="add del mod">
          <ac:chgData name="Mahadi Hasan Fardin" userId="04ff971fcf0e64ce" providerId="LiveId" clId="{F581DD9B-EDF1-4EB7-B19B-214A443056BA}" dt="2025-09-14T18:02:01.633" v="45"/>
          <ac:spMkLst>
            <pc:docMk/>
            <pc:sldMk cId="1828479556" sldId="259"/>
            <ac:spMk id="47" creationId="{562FABFD-980E-EDD3-4D87-B6D574E994DF}"/>
          </ac:spMkLst>
        </pc:spChg>
        <pc:spChg chg="add mod">
          <ac:chgData name="Mahadi Hasan Fardin" userId="04ff971fcf0e64ce" providerId="LiveId" clId="{F581DD9B-EDF1-4EB7-B19B-214A443056BA}" dt="2025-09-14T18:09:30.678" v="110" actId="164"/>
          <ac:spMkLst>
            <pc:docMk/>
            <pc:sldMk cId="1828479556" sldId="259"/>
            <ac:spMk id="48" creationId="{EA1CD7DF-DE4D-1842-ABC4-8A4F26291994}"/>
          </ac:spMkLst>
        </pc:spChg>
        <pc:spChg chg="add del">
          <ac:chgData name="Mahadi Hasan Fardin" userId="04ff971fcf0e64ce" providerId="LiveId" clId="{F581DD9B-EDF1-4EB7-B19B-214A443056BA}" dt="2025-09-14T18:05:01.163" v="73" actId="22"/>
          <ac:spMkLst>
            <pc:docMk/>
            <pc:sldMk cId="1828479556" sldId="259"/>
            <ac:spMk id="50" creationId="{EF70654B-07B6-D268-423F-B1690972E714}"/>
          </ac:spMkLst>
        </pc:spChg>
        <pc:spChg chg="add mod">
          <ac:chgData name="Mahadi Hasan Fardin" userId="04ff971fcf0e64ce" providerId="LiveId" clId="{F581DD9B-EDF1-4EB7-B19B-214A443056BA}" dt="2025-09-14T18:09:30.678" v="110" actId="164"/>
          <ac:spMkLst>
            <pc:docMk/>
            <pc:sldMk cId="1828479556" sldId="259"/>
            <ac:spMk id="53" creationId="{0519DDC0-1BD7-1C70-6B9B-C45F302CE524}"/>
          </ac:spMkLst>
        </pc:spChg>
        <pc:spChg chg="add mod">
          <ac:chgData name="Mahadi Hasan Fardin" userId="04ff971fcf0e64ce" providerId="LiveId" clId="{F581DD9B-EDF1-4EB7-B19B-214A443056BA}" dt="2025-09-14T18:09:30.678" v="110" actId="164"/>
          <ac:spMkLst>
            <pc:docMk/>
            <pc:sldMk cId="1828479556" sldId="259"/>
            <ac:spMk id="55" creationId="{4C99503B-EA35-DF64-6911-917CA9D8E1A9}"/>
          </ac:spMkLst>
        </pc:spChg>
        <pc:spChg chg="mod topLvl">
          <ac:chgData name="Mahadi Hasan Fardin" userId="04ff971fcf0e64ce" providerId="LiveId" clId="{F581DD9B-EDF1-4EB7-B19B-214A443056BA}" dt="2025-09-14T18:15:03.116" v="221" actId="164"/>
          <ac:spMkLst>
            <pc:docMk/>
            <pc:sldMk cId="1828479556" sldId="259"/>
            <ac:spMk id="59" creationId="{7BBB8CB2-D807-7109-77CE-BE6890D877F9}"/>
          </ac:spMkLst>
        </pc:spChg>
        <pc:spChg chg="mod topLvl">
          <ac:chgData name="Mahadi Hasan Fardin" userId="04ff971fcf0e64ce" providerId="LiveId" clId="{F581DD9B-EDF1-4EB7-B19B-214A443056BA}" dt="2025-09-14T18:15:03.116" v="221" actId="164"/>
          <ac:spMkLst>
            <pc:docMk/>
            <pc:sldMk cId="1828479556" sldId="259"/>
            <ac:spMk id="60" creationId="{0EA9C0EE-E70D-246A-A336-0B352E14B441}"/>
          </ac:spMkLst>
        </pc:spChg>
        <pc:spChg chg="mod topLvl">
          <ac:chgData name="Mahadi Hasan Fardin" userId="04ff971fcf0e64ce" providerId="LiveId" clId="{F581DD9B-EDF1-4EB7-B19B-214A443056BA}" dt="2025-09-14T18:15:03.116" v="221" actId="164"/>
          <ac:spMkLst>
            <pc:docMk/>
            <pc:sldMk cId="1828479556" sldId="259"/>
            <ac:spMk id="61" creationId="{3F3EB62C-AD14-7369-8407-24D623235CDD}"/>
          </ac:spMkLst>
        </pc:spChg>
        <pc:spChg chg="mod">
          <ac:chgData name="Mahadi Hasan Fardin" userId="04ff971fcf0e64ce" providerId="LiveId" clId="{F581DD9B-EDF1-4EB7-B19B-214A443056BA}" dt="2025-09-14T18:09:39.188" v="113"/>
          <ac:spMkLst>
            <pc:docMk/>
            <pc:sldMk cId="1828479556" sldId="259"/>
            <ac:spMk id="63" creationId="{7A0FBB5E-DCDF-3086-C360-9E377D010A3A}"/>
          </ac:spMkLst>
        </pc:spChg>
        <pc:spChg chg="mod">
          <ac:chgData name="Mahadi Hasan Fardin" userId="04ff971fcf0e64ce" providerId="LiveId" clId="{F581DD9B-EDF1-4EB7-B19B-214A443056BA}" dt="2025-09-14T18:09:39.188" v="113"/>
          <ac:spMkLst>
            <pc:docMk/>
            <pc:sldMk cId="1828479556" sldId="259"/>
            <ac:spMk id="1024" creationId="{4DEAC89B-3A27-7B62-F4AE-A9A28CFF5FC0}"/>
          </ac:spMkLst>
        </pc:spChg>
        <pc:spChg chg="mod">
          <ac:chgData name="Mahadi Hasan Fardin" userId="04ff971fcf0e64ce" providerId="LiveId" clId="{F581DD9B-EDF1-4EB7-B19B-214A443056BA}" dt="2025-09-14T18:09:39.188" v="113"/>
          <ac:spMkLst>
            <pc:docMk/>
            <pc:sldMk cId="1828479556" sldId="259"/>
            <ac:spMk id="1025" creationId="{A97D7DFC-9CC4-208D-11E0-93B372338A8D}"/>
          </ac:spMkLst>
        </pc:spChg>
        <pc:spChg chg="mod">
          <ac:chgData name="Mahadi Hasan Fardin" userId="04ff971fcf0e64ce" providerId="LiveId" clId="{F581DD9B-EDF1-4EB7-B19B-214A443056BA}" dt="2025-09-14T18:09:42.227" v="114" actId="571"/>
          <ac:spMkLst>
            <pc:docMk/>
            <pc:sldMk cId="1828479556" sldId="259"/>
            <ac:spMk id="1028" creationId="{52F80026-812A-642E-BE6C-F15D3EBB742C}"/>
          </ac:spMkLst>
        </pc:spChg>
        <pc:spChg chg="mod">
          <ac:chgData name="Mahadi Hasan Fardin" userId="04ff971fcf0e64ce" providerId="LiveId" clId="{F581DD9B-EDF1-4EB7-B19B-214A443056BA}" dt="2025-09-14T18:09:42.227" v="114" actId="571"/>
          <ac:spMkLst>
            <pc:docMk/>
            <pc:sldMk cId="1828479556" sldId="259"/>
            <ac:spMk id="1029" creationId="{43B15E8F-5B7F-F5B5-8E2C-16B3F8750C26}"/>
          </ac:spMkLst>
        </pc:spChg>
        <pc:spChg chg="mod">
          <ac:chgData name="Mahadi Hasan Fardin" userId="04ff971fcf0e64ce" providerId="LiveId" clId="{F581DD9B-EDF1-4EB7-B19B-214A443056BA}" dt="2025-09-14T18:09:42.227" v="114" actId="571"/>
          <ac:spMkLst>
            <pc:docMk/>
            <pc:sldMk cId="1828479556" sldId="259"/>
            <ac:spMk id="1030" creationId="{A5F895E5-BE32-8546-1CFF-208935B730A7}"/>
          </ac:spMkLst>
        </pc:spChg>
        <pc:spChg chg="del mod">
          <ac:chgData name="Mahadi Hasan Fardin" userId="04ff971fcf0e64ce" providerId="LiveId" clId="{F581DD9B-EDF1-4EB7-B19B-214A443056BA}" dt="2025-09-14T18:11:03.216" v="144" actId="478"/>
          <ac:spMkLst>
            <pc:docMk/>
            <pc:sldMk cId="1828479556" sldId="259"/>
            <ac:spMk id="1032" creationId="{A2B1E589-265C-D127-9BF8-EB467A56228D}"/>
          </ac:spMkLst>
        </pc:spChg>
        <pc:spChg chg="del mod topLvl">
          <ac:chgData name="Mahadi Hasan Fardin" userId="04ff971fcf0e64ce" providerId="LiveId" clId="{F581DD9B-EDF1-4EB7-B19B-214A443056BA}" dt="2025-09-14T18:11:13.671" v="148" actId="478"/>
          <ac:spMkLst>
            <pc:docMk/>
            <pc:sldMk cId="1828479556" sldId="259"/>
            <ac:spMk id="1033" creationId="{0E3D8AF3-0FF5-6F6B-4CAD-67067F89C3F6}"/>
          </ac:spMkLst>
        </pc:spChg>
        <pc:spChg chg="del mod topLvl">
          <ac:chgData name="Mahadi Hasan Fardin" userId="04ff971fcf0e64ce" providerId="LiveId" clId="{F581DD9B-EDF1-4EB7-B19B-214A443056BA}" dt="2025-09-14T18:11:10.372" v="147" actId="478"/>
          <ac:spMkLst>
            <pc:docMk/>
            <pc:sldMk cId="1828479556" sldId="259"/>
            <ac:spMk id="1034" creationId="{C68A87DF-E30D-272F-28EE-AE02D367AA07}"/>
          </ac:spMkLst>
        </pc:spChg>
        <pc:spChg chg="mod topLvl">
          <ac:chgData name="Mahadi Hasan Fardin" userId="04ff971fcf0e64ce" providerId="LiveId" clId="{F581DD9B-EDF1-4EB7-B19B-214A443056BA}" dt="2025-09-14T18:15:29.887" v="223" actId="164"/>
          <ac:spMkLst>
            <pc:docMk/>
            <pc:sldMk cId="1828479556" sldId="259"/>
            <ac:spMk id="1036" creationId="{D08B1579-9D32-7B01-96DB-A9162C596F5C}"/>
          </ac:spMkLst>
        </pc:spChg>
        <pc:spChg chg="mod topLvl">
          <ac:chgData name="Mahadi Hasan Fardin" userId="04ff971fcf0e64ce" providerId="LiveId" clId="{F581DD9B-EDF1-4EB7-B19B-214A443056BA}" dt="2025-09-14T18:18:38.663" v="265" actId="20577"/>
          <ac:spMkLst>
            <pc:docMk/>
            <pc:sldMk cId="1828479556" sldId="259"/>
            <ac:spMk id="1037" creationId="{378DF74C-3AA4-2591-3393-8772CFC9C88A}"/>
          </ac:spMkLst>
        </pc:spChg>
        <pc:spChg chg="mod topLvl">
          <ac:chgData name="Mahadi Hasan Fardin" userId="04ff971fcf0e64ce" providerId="LiveId" clId="{F581DD9B-EDF1-4EB7-B19B-214A443056BA}" dt="2025-09-14T18:15:29.887" v="223" actId="164"/>
          <ac:spMkLst>
            <pc:docMk/>
            <pc:sldMk cId="1828479556" sldId="259"/>
            <ac:spMk id="1038" creationId="{8836BC26-5F0F-FF75-B907-A1655B645B80}"/>
          </ac:spMkLst>
        </pc:spChg>
        <pc:spChg chg="mod topLvl">
          <ac:chgData name="Mahadi Hasan Fardin" userId="04ff971fcf0e64ce" providerId="LiveId" clId="{F581DD9B-EDF1-4EB7-B19B-214A443056BA}" dt="2025-09-14T18:15:16.956" v="222" actId="164"/>
          <ac:spMkLst>
            <pc:docMk/>
            <pc:sldMk cId="1828479556" sldId="259"/>
            <ac:spMk id="1040" creationId="{5DC26E3D-9432-7CAE-F7E6-E5A8B514864D}"/>
          </ac:spMkLst>
        </pc:spChg>
        <pc:spChg chg="mod topLvl">
          <ac:chgData name="Mahadi Hasan Fardin" userId="04ff971fcf0e64ce" providerId="LiveId" clId="{F581DD9B-EDF1-4EB7-B19B-214A443056BA}" dt="2025-09-14T18:18:29.792" v="245" actId="20577"/>
          <ac:spMkLst>
            <pc:docMk/>
            <pc:sldMk cId="1828479556" sldId="259"/>
            <ac:spMk id="1041" creationId="{9B126A6E-C01C-593F-00BE-CD94C2D212AD}"/>
          </ac:spMkLst>
        </pc:spChg>
        <pc:spChg chg="mod topLvl">
          <ac:chgData name="Mahadi Hasan Fardin" userId="04ff971fcf0e64ce" providerId="LiveId" clId="{F581DD9B-EDF1-4EB7-B19B-214A443056BA}" dt="2025-09-14T18:15:16.956" v="222" actId="164"/>
          <ac:spMkLst>
            <pc:docMk/>
            <pc:sldMk cId="1828479556" sldId="259"/>
            <ac:spMk id="1042" creationId="{95F0E185-1B3E-66E0-09F5-5ED79CDE280E}"/>
          </ac:spMkLst>
        </pc:spChg>
        <pc:spChg chg="mod topLvl">
          <ac:chgData name="Mahadi Hasan Fardin" userId="04ff971fcf0e64ce" providerId="LiveId" clId="{F581DD9B-EDF1-4EB7-B19B-214A443056BA}" dt="2025-09-14T18:14:57.350" v="220" actId="164"/>
          <ac:spMkLst>
            <pc:docMk/>
            <pc:sldMk cId="1828479556" sldId="259"/>
            <ac:spMk id="1044" creationId="{8B8F0041-B873-1A9C-009A-21D7E229078D}"/>
          </ac:spMkLst>
        </pc:spChg>
        <pc:spChg chg="mod topLvl">
          <ac:chgData name="Mahadi Hasan Fardin" userId="04ff971fcf0e64ce" providerId="LiveId" clId="{F581DD9B-EDF1-4EB7-B19B-214A443056BA}" dt="2025-09-14T18:14:57.350" v="220" actId="164"/>
          <ac:spMkLst>
            <pc:docMk/>
            <pc:sldMk cId="1828479556" sldId="259"/>
            <ac:spMk id="1045" creationId="{68E13719-A29E-F244-EA1F-0A9A9EDA764C}"/>
          </ac:spMkLst>
        </pc:spChg>
        <pc:spChg chg="mod topLvl">
          <ac:chgData name="Mahadi Hasan Fardin" userId="04ff971fcf0e64ce" providerId="LiveId" clId="{F581DD9B-EDF1-4EB7-B19B-214A443056BA}" dt="2025-09-14T18:14:57.350" v="220" actId="164"/>
          <ac:spMkLst>
            <pc:docMk/>
            <pc:sldMk cId="1828479556" sldId="259"/>
            <ac:spMk id="1046" creationId="{FE19D873-43B4-4717-BEA5-1BB067B284EE}"/>
          </ac:spMkLst>
        </pc:spChg>
        <pc:spChg chg="mod">
          <ac:chgData name="Mahadi Hasan Fardin" userId="04ff971fcf0e64ce" providerId="LiveId" clId="{F581DD9B-EDF1-4EB7-B19B-214A443056BA}" dt="2025-09-14T18:58:34.311" v="552"/>
          <ac:spMkLst>
            <pc:docMk/>
            <pc:sldMk cId="1828479556" sldId="259"/>
            <ac:spMk id="1052" creationId="{D607AEB6-23C0-F990-E73F-65683692EEAB}"/>
          </ac:spMkLst>
        </pc:spChg>
        <pc:spChg chg="mod">
          <ac:chgData name="Mahadi Hasan Fardin" userId="04ff971fcf0e64ce" providerId="LiveId" clId="{F581DD9B-EDF1-4EB7-B19B-214A443056BA}" dt="2025-09-14T18:58:34.311" v="552"/>
          <ac:spMkLst>
            <pc:docMk/>
            <pc:sldMk cId="1828479556" sldId="259"/>
            <ac:spMk id="1053" creationId="{565FCD03-CD5E-46AE-1F22-D392F4136689}"/>
          </ac:spMkLst>
        </pc:spChg>
        <pc:spChg chg="mod">
          <ac:chgData name="Mahadi Hasan Fardin" userId="04ff971fcf0e64ce" providerId="LiveId" clId="{F581DD9B-EDF1-4EB7-B19B-214A443056BA}" dt="2025-09-14T18:58:34.311" v="552"/>
          <ac:spMkLst>
            <pc:docMk/>
            <pc:sldMk cId="1828479556" sldId="259"/>
            <ac:spMk id="1054" creationId="{1C7D3ECB-1547-27EA-4D9C-0BBFD1D6847E}"/>
          </ac:spMkLst>
        </pc:spChg>
        <pc:grpChg chg="add mod">
          <ac:chgData name="Mahadi Hasan Fardin" userId="04ff971fcf0e64ce" providerId="LiveId" clId="{F581DD9B-EDF1-4EB7-B19B-214A443056BA}" dt="2025-09-14T18:09:26.839" v="109" actId="164"/>
          <ac:grpSpMkLst>
            <pc:docMk/>
            <pc:sldMk cId="1828479556" sldId="259"/>
            <ac:grpSpMk id="56" creationId="{974AD328-5E1F-5E7A-CECD-650694BEA1A6}"/>
          </ac:grpSpMkLst>
        </pc:grpChg>
        <pc:grpChg chg="add del mod">
          <ac:chgData name="Mahadi Hasan Fardin" userId="04ff971fcf0e64ce" providerId="LiveId" clId="{F581DD9B-EDF1-4EB7-B19B-214A443056BA}" dt="2025-09-14T18:11:49.468" v="155" actId="478"/>
          <ac:grpSpMkLst>
            <pc:docMk/>
            <pc:sldMk cId="1828479556" sldId="259"/>
            <ac:grpSpMk id="57" creationId="{5AA69803-AE4C-1300-0D2A-7480298F8FBF}"/>
          </ac:grpSpMkLst>
        </pc:grpChg>
        <pc:grpChg chg="add del mod">
          <ac:chgData name="Mahadi Hasan Fardin" userId="04ff971fcf0e64ce" providerId="LiveId" clId="{F581DD9B-EDF1-4EB7-B19B-214A443056BA}" dt="2025-09-14T18:13:30.238" v="191" actId="165"/>
          <ac:grpSpMkLst>
            <pc:docMk/>
            <pc:sldMk cId="1828479556" sldId="259"/>
            <ac:grpSpMk id="58" creationId="{65CAE16E-83C4-3667-B09E-9C66AB3EE085}"/>
          </ac:grpSpMkLst>
        </pc:grpChg>
        <pc:grpChg chg="add del mod">
          <ac:chgData name="Mahadi Hasan Fardin" userId="04ff971fcf0e64ce" providerId="LiveId" clId="{F581DD9B-EDF1-4EB7-B19B-214A443056BA}" dt="2025-09-14T18:09:57.096" v="118" actId="478"/>
          <ac:grpSpMkLst>
            <pc:docMk/>
            <pc:sldMk cId="1828479556" sldId="259"/>
            <ac:grpSpMk id="62" creationId="{B51E3912-05F6-6228-2585-7FE82FCC3C73}"/>
          </ac:grpSpMkLst>
        </pc:grpChg>
        <pc:grpChg chg="add del mod">
          <ac:chgData name="Mahadi Hasan Fardin" userId="04ff971fcf0e64ce" providerId="LiveId" clId="{F581DD9B-EDF1-4EB7-B19B-214A443056BA}" dt="2025-09-14T18:11:28.252" v="152" actId="478"/>
          <ac:grpSpMkLst>
            <pc:docMk/>
            <pc:sldMk cId="1828479556" sldId="259"/>
            <ac:grpSpMk id="1027" creationId="{5536874E-57FC-F727-3157-6A06EE10D1B4}"/>
          </ac:grpSpMkLst>
        </pc:grpChg>
        <pc:grpChg chg="add del mod">
          <ac:chgData name="Mahadi Hasan Fardin" userId="04ff971fcf0e64ce" providerId="LiveId" clId="{F581DD9B-EDF1-4EB7-B19B-214A443056BA}" dt="2025-09-14T18:11:10.372" v="147" actId="478"/>
          <ac:grpSpMkLst>
            <pc:docMk/>
            <pc:sldMk cId="1828479556" sldId="259"/>
            <ac:grpSpMk id="1031" creationId="{1A35B63C-5F83-DACF-4F58-FCFBEBBF1465}"/>
          </ac:grpSpMkLst>
        </pc:grpChg>
        <pc:grpChg chg="add del mod">
          <ac:chgData name="Mahadi Hasan Fardin" userId="04ff971fcf0e64ce" providerId="LiveId" clId="{F581DD9B-EDF1-4EB7-B19B-214A443056BA}" dt="2025-09-14T18:13:07.290" v="187" actId="165"/>
          <ac:grpSpMkLst>
            <pc:docMk/>
            <pc:sldMk cId="1828479556" sldId="259"/>
            <ac:grpSpMk id="1035" creationId="{B7485BF3-38B5-A115-7A72-23C7CC8C0A66}"/>
          </ac:grpSpMkLst>
        </pc:grpChg>
        <pc:grpChg chg="add del mod">
          <ac:chgData name="Mahadi Hasan Fardin" userId="04ff971fcf0e64ce" providerId="LiveId" clId="{F581DD9B-EDF1-4EB7-B19B-214A443056BA}" dt="2025-09-14T18:13:18.631" v="189" actId="165"/>
          <ac:grpSpMkLst>
            <pc:docMk/>
            <pc:sldMk cId="1828479556" sldId="259"/>
            <ac:grpSpMk id="1039" creationId="{0BB576B0-05D3-798C-2CB9-02EB5420B52E}"/>
          </ac:grpSpMkLst>
        </pc:grpChg>
        <pc:grpChg chg="add del mod">
          <ac:chgData name="Mahadi Hasan Fardin" userId="04ff971fcf0e64ce" providerId="LiveId" clId="{F581DD9B-EDF1-4EB7-B19B-214A443056BA}" dt="2025-09-14T18:13:38.638" v="193" actId="165"/>
          <ac:grpSpMkLst>
            <pc:docMk/>
            <pc:sldMk cId="1828479556" sldId="259"/>
            <ac:grpSpMk id="1043" creationId="{6F75BAA8-3BA1-A2B7-2A11-F838F884EF37}"/>
          </ac:grpSpMkLst>
        </pc:grpChg>
        <pc:grpChg chg="add mod">
          <ac:chgData name="Mahadi Hasan Fardin" userId="04ff971fcf0e64ce" providerId="LiveId" clId="{F581DD9B-EDF1-4EB7-B19B-214A443056BA}" dt="2025-09-14T18:14:57.350" v="220" actId="164"/>
          <ac:grpSpMkLst>
            <pc:docMk/>
            <pc:sldMk cId="1828479556" sldId="259"/>
            <ac:grpSpMk id="1047" creationId="{B8214E38-8421-EED1-2A29-64AADA26E03C}"/>
          </ac:grpSpMkLst>
        </pc:grpChg>
        <pc:grpChg chg="add mod">
          <ac:chgData name="Mahadi Hasan Fardin" userId="04ff971fcf0e64ce" providerId="LiveId" clId="{F581DD9B-EDF1-4EB7-B19B-214A443056BA}" dt="2025-09-14T18:15:03.116" v="221" actId="164"/>
          <ac:grpSpMkLst>
            <pc:docMk/>
            <pc:sldMk cId="1828479556" sldId="259"/>
            <ac:grpSpMk id="1048" creationId="{061569C6-77E3-608F-1155-306D2C348C2E}"/>
          </ac:grpSpMkLst>
        </pc:grpChg>
        <pc:grpChg chg="add mod">
          <ac:chgData name="Mahadi Hasan Fardin" userId="04ff971fcf0e64ce" providerId="LiveId" clId="{F581DD9B-EDF1-4EB7-B19B-214A443056BA}" dt="2025-09-14T18:15:16.956" v="222" actId="164"/>
          <ac:grpSpMkLst>
            <pc:docMk/>
            <pc:sldMk cId="1828479556" sldId="259"/>
            <ac:grpSpMk id="1049" creationId="{BF4B194A-A443-1EEB-0AEE-1BB7E644B9FA}"/>
          </ac:grpSpMkLst>
        </pc:grpChg>
        <pc:grpChg chg="add mod">
          <ac:chgData name="Mahadi Hasan Fardin" userId="04ff971fcf0e64ce" providerId="LiveId" clId="{F581DD9B-EDF1-4EB7-B19B-214A443056BA}" dt="2025-09-14T18:15:29.887" v="223" actId="164"/>
          <ac:grpSpMkLst>
            <pc:docMk/>
            <pc:sldMk cId="1828479556" sldId="259"/>
            <ac:grpSpMk id="1050" creationId="{5FF2417A-CC24-7AB0-93E1-28F1AE260960}"/>
          </ac:grpSpMkLst>
        </pc:grpChg>
        <pc:grpChg chg="add mod">
          <ac:chgData name="Mahadi Hasan Fardin" userId="04ff971fcf0e64ce" providerId="LiveId" clId="{F581DD9B-EDF1-4EB7-B19B-214A443056BA}" dt="2025-09-14T18:58:39.091" v="553" actId="1076"/>
          <ac:grpSpMkLst>
            <pc:docMk/>
            <pc:sldMk cId="1828479556" sldId="259"/>
            <ac:grpSpMk id="1051" creationId="{59FCC398-E61F-06C8-0435-5AF4EAB71EC9}"/>
          </ac:grpSpMkLst>
        </pc:grpChg>
        <pc:picChg chg="add mod">
          <ac:chgData name="Mahadi Hasan Fardin" userId="04ff971fcf0e64ce" providerId="LiveId" clId="{F581DD9B-EDF1-4EB7-B19B-214A443056BA}" dt="2025-09-14T17:58:55.341" v="11" actId="571"/>
          <ac:picMkLst>
            <pc:docMk/>
            <pc:sldMk cId="1828479556" sldId="259"/>
            <ac:picMk id="38" creationId="{1CD008A7-F833-96D7-8620-49E02445F8BB}"/>
          </ac:picMkLst>
        </pc:picChg>
        <pc:picChg chg="add mod">
          <ac:chgData name="Mahadi Hasan Fardin" userId="04ff971fcf0e64ce" providerId="LiveId" clId="{F581DD9B-EDF1-4EB7-B19B-214A443056BA}" dt="2025-09-14T18:05:35.559" v="78" actId="14100"/>
          <ac:picMkLst>
            <pc:docMk/>
            <pc:sldMk cId="1828479556" sldId="259"/>
            <ac:picMk id="52" creationId="{90ED20B2-FBBF-B78D-27FB-765C0303A59D}"/>
          </ac:picMkLst>
        </pc:picChg>
        <pc:picChg chg="mod">
          <ac:chgData name="Mahadi Hasan Fardin" userId="04ff971fcf0e64ce" providerId="LiveId" clId="{F581DD9B-EDF1-4EB7-B19B-214A443056BA}" dt="2025-09-14T17:58:44.009" v="8" actId="1076"/>
          <ac:picMkLst>
            <pc:docMk/>
            <pc:sldMk cId="1828479556" sldId="259"/>
            <ac:picMk id="1026" creationId="{E832EE8F-A569-1DFF-3038-86C79279C408}"/>
          </ac:picMkLst>
        </pc:picChg>
        <pc:picChg chg="mod">
          <ac:chgData name="Mahadi Hasan Fardin" userId="04ff971fcf0e64ce" providerId="LiveId" clId="{F581DD9B-EDF1-4EB7-B19B-214A443056BA}" dt="2025-09-14T18:58:34.311" v="552"/>
          <ac:picMkLst>
            <pc:docMk/>
            <pc:sldMk cId="1828479556" sldId="259"/>
            <ac:picMk id="1055" creationId="{31EC651F-0E14-BE35-2780-2A79E555B61C}"/>
          </ac:picMkLst>
        </pc:picChg>
      </pc:sldChg>
      <pc:sldChg chg="add">
        <pc:chgData name="Mahadi Hasan Fardin" userId="04ff971fcf0e64ce" providerId="LiveId" clId="{F581DD9B-EDF1-4EB7-B19B-214A443056BA}" dt="2025-09-14T17:57:07.107" v="0" actId="2890"/>
        <pc:sldMkLst>
          <pc:docMk/>
          <pc:sldMk cId="2099127003" sldId="260"/>
        </pc:sldMkLst>
      </pc:sldChg>
      <pc:sldChg chg="addSp delSp modSp add mod delAnim modAnim">
        <pc:chgData name="Mahadi Hasan Fardin" userId="04ff971fcf0e64ce" providerId="LiveId" clId="{F581DD9B-EDF1-4EB7-B19B-214A443056BA}" dt="2025-09-14T18:58:27.316" v="551"/>
        <pc:sldMkLst>
          <pc:docMk/>
          <pc:sldMk cId="1428639061" sldId="261"/>
        </pc:sldMkLst>
        <pc:spChg chg="mod">
          <ac:chgData name="Mahadi Hasan Fardin" userId="04ff971fcf0e64ce" providerId="LiveId" clId="{F581DD9B-EDF1-4EB7-B19B-214A443056BA}" dt="2025-09-14T18:28:46.292" v="312" actId="21"/>
          <ac:spMkLst>
            <pc:docMk/>
            <pc:sldMk cId="1428639061" sldId="261"/>
            <ac:spMk id="2" creationId="{625A6696-8EC1-154B-9A7F-57E18ABA122B}"/>
          </ac:spMkLst>
        </pc:spChg>
        <pc:spChg chg="add mod">
          <ac:chgData name="Mahadi Hasan Fardin" userId="04ff971fcf0e64ce" providerId="LiveId" clId="{F581DD9B-EDF1-4EB7-B19B-214A443056BA}" dt="2025-09-14T18:34:12.752" v="347" actId="164"/>
          <ac:spMkLst>
            <pc:docMk/>
            <pc:sldMk cId="1428639061" sldId="261"/>
            <ac:spMk id="3" creationId="{505450CB-82A7-BFB3-E4CC-CF0B4AAA0E73}"/>
          </ac:spMkLst>
        </pc:spChg>
        <pc:spChg chg="add mod">
          <ac:chgData name="Mahadi Hasan Fardin" userId="04ff971fcf0e64ce" providerId="LiveId" clId="{F581DD9B-EDF1-4EB7-B19B-214A443056BA}" dt="2025-09-14T18:34:12.752" v="347" actId="164"/>
          <ac:spMkLst>
            <pc:docMk/>
            <pc:sldMk cId="1428639061" sldId="261"/>
            <ac:spMk id="4" creationId="{995424FA-216F-64E3-F988-AD813141EB10}"/>
          </ac:spMkLst>
        </pc:spChg>
        <pc:spChg chg="add del">
          <ac:chgData name="Mahadi Hasan Fardin" userId="04ff971fcf0e64ce" providerId="LiveId" clId="{F581DD9B-EDF1-4EB7-B19B-214A443056BA}" dt="2025-09-14T18:29:16.700" v="320" actId="22"/>
          <ac:spMkLst>
            <pc:docMk/>
            <pc:sldMk cId="1428639061" sldId="261"/>
            <ac:spMk id="6" creationId="{0D85BD80-07F9-29FA-3FAD-C773A08CB6BF}"/>
          </ac:spMkLst>
        </pc:spChg>
        <pc:spChg chg="add mod">
          <ac:chgData name="Mahadi Hasan Fardin" userId="04ff971fcf0e64ce" providerId="LiveId" clId="{F581DD9B-EDF1-4EB7-B19B-214A443056BA}" dt="2025-09-14T18:34:12.752" v="347" actId="164"/>
          <ac:spMkLst>
            <pc:docMk/>
            <pc:sldMk cId="1428639061" sldId="261"/>
            <ac:spMk id="7" creationId="{6BAF0D52-F2C0-A373-6648-5AA9CDBAFB05}"/>
          </ac:spMkLst>
        </pc:spChg>
        <pc:spChg chg="mod">
          <ac:chgData name="Mahadi Hasan Fardin" userId="04ff971fcf0e64ce" providerId="LiveId" clId="{F581DD9B-EDF1-4EB7-B19B-214A443056BA}" dt="2025-09-14T18:43:43.246" v="436" actId="20577"/>
          <ac:spMkLst>
            <pc:docMk/>
            <pc:sldMk cId="1428639061" sldId="261"/>
            <ac:spMk id="15" creationId="{CE20B78A-F1BF-A1C3-F738-A29988B4364E}"/>
          </ac:spMkLst>
        </pc:spChg>
        <pc:spChg chg="mod">
          <ac:chgData name="Mahadi Hasan Fardin" userId="04ff971fcf0e64ce" providerId="LiveId" clId="{F581DD9B-EDF1-4EB7-B19B-214A443056BA}" dt="2025-09-14T18:42:12.630" v="410"/>
          <ac:spMkLst>
            <pc:docMk/>
            <pc:sldMk cId="1428639061" sldId="261"/>
            <ac:spMk id="16" creationId="{5A96C111-DA26-AF69-31FF-94BD03E26C3B}"/>
          </ac:spMkLst>
        </pc:spChg>
        <pc:spChg chg="mod">
          <ac:chgData name="Mahadi Hasan Fardin" userId="04ff971fcf0e64ce" providerId="LiveId" clId="{F581DD9B-EDF1-4EB7-B19B-214A443056BA}" dt="2025-09-14T18:42:12.630" v="410"/>
          <ac:spMkLst>
            <pc:docMk/>
            <pc:sldMk cId="1428639061" sldId="261"/>
            <ac:spMk id="17" creationId="{967B407F-0F7E-977E-D8B7-7DBB82AABC62}"/>
          </ac:spMkLst>
        </pc:spChg>
        <pc:spChg chg="add">
          <ac:chgData name="Mahadi Hasan Fardin" userId="04ff971fcf0e64ce" providerId="LiveId" clId="{F581DD9B-EDF1-4EB7-B19B-214A443056BA}" dt="2025-09-14T18:36:05.993" v="370"/>
          <ac:spMkLst>
            <pc:docMk/>
            <pc:sldMk cId="1428639061" sldId="261"/>
            <ac:spMk id="19" creationId="{9266E6AA-B349-086B-5E96-D6687DB4AFF6}"/>
          </ac:spMkLst>
        </pc:spChg>
        <pc:spChg chg="add">
          <ac:chgData name="Mahadi Hasan Fardin" userId="04ff971fcf0e64ce" providerId="LiveId" clId="{F581DD9B-EDF1-4EB7-B19B-214A443056BA}" dt="2025-09-14T18:36:09.968" v="371"/>
          <ac:spMkLst>
            <pc:docMk/>
            <pc:sldMk cId="1428639061" sldId="261"/>
            <ac:spMk id="20" creationId="{D1A1625A-F8CC-28F5-0BD1-7819A43DBB78}"/>
          </ac:spMkLst>
        </pc:spChg>
        <pc:spChg chg="add">
          <ac:chgData name="Mahadi Hasan Fardin" userId="04ff971fcf0e64ce" providerId="LiveId" clId="{F581DD9B-EDF1-4EB7-B19B-214A443056BA}" dt="2025-09-14T18:38:04.776" v="380"/>
          <ac:spMkLst>
            <pc:docMk/>
            <pc:sldMk cId="1428639061" sldId="261"/>
            <ac:spMk id="21" creationId="{28159F78-0847-0446-4B34-0446C780279A}"/>
          </ac:spMkLst>
        </pc:spChg>
        <pc:spChg chg="mod">
          <ac:chgData name="Mahadi Hasan Fardin" userId="04ff971fcf0e64ce" providerId="LiveId" clId="{F581DD9B-EDF1-4EB7-B19B-214A443056BA}" dt="2025-09-14T18:23:46.666" v="281" actId="20577"/>
          <ac:spMkLst>
            <pc:docMk/>
            <pc:sldMk cId="1428639061" sldId="261"/>
            <ac:spMk id="45" creationId="{324D8D17-99EF-1151-7402-26109B07EABE}"/>
          </ac:spMkLst>
        </pc:spChg>
        <pc:spChg chg="mod">
          <ac:chgData name="Mahadi Hasan Fardin" userId="04ff971fcf0e64ce" providerId="LiveId" clId="{F581DD9B-EDF1-4EB7-B19B-214A443056BA}" dt="2025-09-14T18:26:50.331" v="297" actId="122"/>
          <ac:spMkLst>
            <pc:docMk/>
            <pc:sldMk cId="1428639061" sldId="261"/>
            <ac:spMk id="46" creationId="{1EF212D2-2662-FDBF-0465-50D7E5BC08E5}"/>
          </ac:spMkLst>
        </pc:spChg>
        <pc:grpChg chg="add mod">
          <ac:chgData name="Mahadi Hasan Fardin" userId="04ff971fcf0e64ce" providerId="LiveId" clId="{F581DD9B-EDF1-4EB7-B19B-214A443056BA}" dt="2025-09-14T18:34:12.752" v="347" actId="164"/>
          <ac:grpSpMkLst>
            <pc:docMk/>
            <pc:sldMk cId="1428639061" sldId="261"/>
            <ac:grpSpMk id="13" creationId="{F9BB5474-A798-5592-F6D7-157CE09BA7ED}"/>
          </ac:grpSpMkLst>
        </pc:grpChg>
        <pc:grpChg chg="add mod">
          <ac:chgData name="Mahadi Hasan Fardin" userId="04ff971fcf0e64ce" providerId="LiveId" clId="{F581DD9B-EDF1-4EB7-B19B-214A443056BA}" dt="2025-09-14T18:42:12.630" v="410"/>
          <ac:grpSpMkLst>
            <pc:docMk/>
            <pc:sldMk cId="1428639061" sldId="261"/>
            <ac:grpSpMk id="14" creationId="{098D8522-070E-A65E-83B8-2EE6348191DF}"/>
          </ac:grpSpMkLst>
        </pc:grpChg>
        <pc:grpChg chg="add mod">
          <ac:chgData name="Mahadi Hasan Fardin" userId="04ff971fcf0e64ce" providerId="LiveId" clId="{F581DD9B-EDF1-4EB7-B19B-214A443056BA}" dt="2025-09-14T18:42:12.630" v="410"/>
          <ac:grpSpMkLst>
            <pc:docMk/>
            <pc:sldMk cId="1428639061" sldId="261"/>
            <ac:grpSpMk id="24" creationId="{33881F4B-0888-C777-D8DA-59AF7EE2BCF1}"/>
          </ac:grpSpMkLst>
        </pc:grpChg>
        <pc:grpChg chg="del">
          <ac:chgData name="Mahadi Hasan Fardin" userId="04ff971fcf0e64ce" providerId="LiveId" clId="{F581DD9B-EDF1-4EB7-B19B-214A443056BA}" dt="2025-09-14T18:23:54.527" v="283" actId="478"/>
          <ac:grpSpMkLst>
            <pc:docMk/>
            <pc:sldMk cId="1428639061" sldId="261"/>
            <ac:grpSpMk id="1047" creationId="{5AA76C4F-B484-CF92-A45E-2F3B9150D5FD}"/>
          </ac:grpSpMkLst>
        </pc:grpChg>
        <pc:grpChg chg="del">
          <ac:chgData name="Mahadi Hasan Fardin" userId="04ff971fcf0e64ce" providerId="LiveId" clId="{F581DD9B-EDF1-4EB7-B19B-214A443056BA}" dt="2025-09-14T18:23:54.527" v="283" actId="478"/>
          <ac:grpSpMkLst>
            <pc:docMk/>
            <pc:sldMk cId="1428639061" sldId="261"/>
            <ac:grpSpMk id="1048" creationId="{3EFDE3D3-596C-04BA-6257-2E6DA27A658A}"/>
          </ac:grpSpMkLst>
        </pc:grpChg>
        <pc:grpChg chg="del">
          <ac:chgData name="Mahadi Hasan Fardin" userId="04ff971fcf0e64ce" providerId="LiveId" clId="{F581DD9B-EDF1-4EB7-B19B-214A443056BA}" dt="2025-09-14T18:23:54.527" v="283" actId="478"/>
          <ac:grpSpMkLst>
            <pc:docMk/>
            <pc:sldMk cId="1428639061" sldId="261"/>
            <ac:grpSpMk id="1049" creationId="{E05586CF-FC8B-4050-294C-2E3119F1474C}"/>
          </ac:grpSpMkLst>
        </pc:grpChg>
        <pc:grpChg chg="del">
          <ac:chgData name="Mahadi Hasan Fardin" userId="04ff971fcf0e64ce" providerId="LiveId" clId="{F581DD9B-EDF1-4EB7-B19B-214A443056BA}" dt="2025-09-14T18:23:54.527" v="283" actId="478"/>
          <ac:grpSpMkLst>
            <pc:docMk/>
            <pc:sldMk cId="1428639061" sldId="261"/>
            <ac:grpSpMk id="1050" creationId="{E2D47BE9-48DB-4C67-55A1-A6737A515343}"/>
          </ac:grpSpMkLst>
        </pc:grpChg>
        <pc:picChg chg="add mod">
          <ac:chgData name="Mahadi Hasan Fardin" userId="04ff971fcf0e64ce" providerId="LiveId" clId="{F581DD9B-EDF1-4EB7-B19B-214A443056BA}" dt="2025-09-14T18:34:12.752" v="347" actId="164"/>
          <ac:picMkLst>
            <pc:docMk/>
            <pc:sldMk cId="1428639061" sldId="261"/>
            <ac:picMk id="12" creationId="{8548BBA5-6F84-7EB0-AF22-EE503867AA10}"/>
          </ac:picMkLst>
        </pc:picChg>
        <pc:picChg chg="del mod">
          <ac:chgData name="Mahadi Hasan Fardin" userId="04ff971fcf0e64ce" providerId="LiveId" clId="{F581DD9B-EDF1-4EB7-B19B-214A443056BA}" dt="2025-09-14T18:40:36.770" v="391" actId="478"/>
          <ac:picMkLst>
            <pc:docMk/>
            <pc:sldMk cId="1428639061" sldId="261"/>
            <ac:picMk id="18" creationId="{256255EB-A15D-ED21-69C7-464777B8887E}"/>
          </ac:picMkLst>
        </pc:picChg>
        <pc:picChg chg="add mod">
          <ac:chgData name="Mahadi Hasan Fardin" userId="04ff971fcf0e64ce" providerId="LiveId" clId="{F581DD9B-EDF1-4EB7-B19B-214A443056BA}" dt="2025-09-14T18:42:12.630" v="410"/>
          <ac:picMkLst>
            <pc:docMk/>
            <pc:sldMk cId="1428639061" sldId="261"/>
            <ac:picMk id="23" creationId="{570606E3-DE1C-4E64-F40F-D8DE0A95F0F5}"/>
          </ac:picMkLst>
        </pc:picChg>
        <pc:picChg chg="del">
          <ac:chgData name="Mahadi Hasan Fardin" userId="04ff971fcf0e64ce" providerId="LiveId" clId="{F581DD9B-EDF1-4EB7-B19B-214A443056BA}" dt="2025-09-14T18:23:50.718" v="282" actId="478"/>
          <ac:picMkLst>
            <pc:docMk/>
            <pc:sldMk cId="1428639061" sldId="261"/>
            <ac:picMk id="1026" creationId="{7C640853-318C-4407-E448-C8584CF1B87F}"/>
          </ac:picMkLst>
        </pc:picChg>
      </pc:sldChg>
      <pc:sldChg chg="addSp delSp modSp add mod">
        <pc:chgData name="Mahadi Hasan Fardin" userId="04ff971fcf0e64ce" providerId="LiveId" clId="{F581DD9B-EDF1-4EB7-B19B-214A443056BA}" dt="2025-09-14T18:47:09.898" v="469" actId="1076"/>
        <pc:sldMkLst>
          <pc:docMk/>
          <pc:sldMk cId="3963041353" sldId="262"/>
        </pc:sldMkLst>
        <pc:spChg chg="mod">
          <ac:chgData name="Mahadi Hasan Fardin" userId="04ff971fcf0e64ce" providerId="LiveId" clId="{F581DD9B-EDF1-4EB7-B19B-214A443056BA}" dt="2025-09-14T18:43:56.828" v="439"/>
          <ac:spMkLst>
            <pc:docMk/>
            <pc:sldMk cId="3963041353" sldId="262"/>
            <ac:spMk id="3" creationId="{F5F8D3CA-50B6-AAC8-1198-D2F7B5BEF19D}"/>
          </ac:spMkLst>
        </pc:spChg>
        <pc:spChg chg="mod">
          <ac:chgData name="Mahadi Hasan Fardin" userId="04ff971fcf0e64ce" providerId="LiveId" clId="{F581DD9B-EDF1-4EB7-B19B-214A443056BA}" dt="2025-09-14T18:43:56.828" v="439"/>
          <ac:spMkLst>
            <pc:docMk/>
            <pc:sldMk cId="3963041353" sldId="262"/>
            <ac:spMk id="4" creationId="{71D9808C-2D5D-D72B-D763-967B718652C3}"/>
          </ac:spMkLst>
        </pc:spChg>
        <pc:spChg chg="add del mod">
          <ac:chgData name="Mahadi Hasan Fardin" userId="04ff971fcf0e64ce" providerId="LiveId" clId="{F581DD9B-EDF1-4EB7-B19B-214A443056BA}" dt="2025-09-14T18:41:35.816" v="406" actId="478"/>
          <ac:spMkLst>
            <pc:docMk/>
            <pc:sldMk cId="3963041353" sldId="262"/>
            <ac:spMk id="6" creationId="{6B1A655D-BA07-4392-4D80-5A7C17C3D190}"/>
          </ac:spMkLst>
        </pc:spChg>
        <pc:spChg chg="mod">
          <ac:chgData name="Mahadi Hasan Fardin" userId="04ff971fcf0e64ce" providerId="LiveId" clId="{F581DD9B-EDF1-4EB7-B19B-214A443056BA}" dt="2025-09-14T18:43:56.828" v="439"/>
          <ac:spMkLst>
            <pc:docMk/>
            <pc:sldMk cId="3963041353" sldId="262"/>
            <ac:spMk id="7" creationId="{DDC7A82F-C2FE-E447-8E23-8E6172EA8566}"/>
          </ac:spMkLst>
        </pc:spChg>
        <pc:spChg chg="mod">
          <ac:chgData name="Mahadi Hasan Fardin" userId="04ff971fcf0e64ce" providerId="LiveId" clId="{F581DD9B-EDF1-4EB7-B19B-214A443056BA}" dt="2025-09-14T18:36:45.052" v="376"/>
          <ac:spMkLst>
            <pc:docMk/>
            <pc:sldMk cId="3963041353" sldId="262"/>
            <ac:spMk id="8" creationId="{BCB5CD04-C32F-E89B-BC96-E3A071C9E7A1}"/>
          </ac:spMkLst>
        </pc:spChg>
        <pc:spChg chg="mod">
          <ac:chgData name="Mahadi Hasan Fardin" userId="04ff971fcf0e64ce" providerId="LiveId" clId="{F581DD9B-EDF1-4EB7-B19B-214A443056BA}" dt="2025-09-14T18:36:45.052" v="376"/>
          <ac:spMkLst>
            <pc:docMk/>
            <pc:sldMk cId="3963041353" sldId="262"/>
            <ac:spMk id="9" creationId="{60E7A06A-C163-8596-1023-22F3D9071850}"/>
          </ac:spMkLst>
        </pc:spChg>
        <pc:spChg chg="del">
          <ac:chgData name="Mahadi Hasan Fardin" userId="04ff971fcf0e64ce" providerId="LiveId" clId="{F581DD9B-EDF1-4EB7-B19B-214A443056BA}" dt="2025-09-14T18:36:40.142" v="374" actId="478"/>
          <ac:spMkLst>
            <pc:docMk/>
            <pc:sldMk cId="3963041353" sldId="262"/>
            <ac:spMk id="15" creationId="{03FA44F6-2068-AC18-C6B7-198E14F63056}"/>
          </ac:spMkLst>
        </pc:spChg>
        <pc:spChg chg="mod">
          <ac:chgData name="Mahadi Hasan Fardin" userId="04ff971fcf0e64ce" providerId="LiveId" clId="{F581DD9B-EDF1-4EB7-B19B-214A443056BA}" dt="2025-09-14T18:36:47.594" v="377" actId="6549"/>
          <ac:spMkLst>
            <pc:docMk/>
            <pc:sldMk cId="3963041353" sldId="262"/>
            <ac:spMk id="16" creationId="{3F3E7774-D92B-EB0A-6DF9-99A980DBF221}"/>
          </ac:spMkLst>
        </pc:spChg>
        <pc:spChg chg="mod">
          <ac:chgData name="Mahadi Hasan Fardin" userId="04ff971fcf0e64ce" providerId="LiveId" clId="{F581DD9B-EDF1-4EB7-B19B-214A443056BA}" dt="2025-09-14T18:43:47.979" v="437"/>
          <ac:spMkLst>
            <pc:docMk/>
            <pc:sldMk cId="3963041353" sldId="262"/>
            <ac:spMk id="21" creationId="{8F247BB6-7EA7-052E-D0FF-DA237A195A32}"/>
          </ac:spMkLst>
        </pc:spChg>
        <pc:spChg chg="mod">
          <ac:chgData name="Mahadi Hasan Fardin" userId="04ff971fcf0e64ce" providerId="LiveId" clId="{F581DD9B-EDF1-4EB7-B19B-214A443056BA}" dt="2025-09-14T18:43:47.979" v="437"/>
          <ac:spMkLst>
            <pc:docMk/>
            <pc:sldMk cId="3963041353" sldId="262"/>
            <ac:spMk id="22" creationId="{D51DFDE9-56D8-496A-E60A-872E99C92DF3}"/>
          </ac:spMkLst>
        </pc:spChg>
        <pc:spChg chg="mod">
          <ac:chgData name="Mahadi Hasan Fardin" userId="04ff971fcf0e64ce" providerId="LiveId" clId="{F581DD9B-EDF1-4EB7-B19B-214A443056BA}" dt="2025-09-14T18:43:47.979" v="437"/>
          <ac:spMkLst>
            <pc:docMk/>
            <pc:sldMk cId="3963041353" sldId="262"/>
            <ac:spMk id="23" creationId="{97957147-E64F-34A4-9A03-C7C9B9F5C2D2}"/>
          </ac:spMkLst>
        </pc:spChg>
        <pc:spChg chg="mod">
          <ac:chgData name="Mahadi Hasan Fardin" userId="04ff971fcf0e64ce" providerId="LiveId" clId="{F581DD9B-EDF1-4EB7-B19B-214A443056BA}" dt="2025-09-14T18:45:27.819" v="456"/>
          <ac:spMkLst>
            <pc:docMk/>
            <pc:sldMk cId="3963041353" sldId="262"/>
            <ac:spMk id="27" creationId="{980A4A41-8175-89C3-F72E-BDA4DEB6E08B}"/>
          </ac:spMkLst>
        </pc:spChg>
        <pc:spChg chg="mod">
          <ac:chgData name="Mahadi Hasan Fardin" userId="04ff971fcf0e64ce" providerId="LiveId" clId="{F581DD9B-EDF1-4EB7-B19B-214A443056BA}" dt="2025-09-14T18:45:27.819" v="456"/>
          <ac:spMkLst>
            <pc:docMk/>
            <pc:sldMk cId="3963041353" sldId="262"/>
            <ac:spMk id="28" creationId="{906E3A89-D10A-C343-49D5-5F653F742E92}"/>
          </ac:spMkLst>
        </pc:spChg>
        <pc:spChg chg="mod">
          <ac:chgData name="Mahadi Hasan Fardin" userId="04ff971fcf0e64ce" providerId="LiveId" clId="{F581DD9B-EDF1-4EB7-B19B-214A443056BA}" dt="2025-09-14T18:45:27.819" v="456"/>
          <ac:spMkLst>
            <pc:docMk/>
            <pc:sldMk cId="3963041353" sldId="262"/>
            <ac:spMk id="29" creationId="{D717D49C-DA5C-9966-8CA6-6FCDF5F474D7}"/>
          </ac:spMkLst>
        </pc:spChg>
        <pc:spChg chg="mod">
          <ac:chgData name="Mahadi Hasan Fardin" userId="04ff971fcf0e64ce" providerId="LiveId" clId="{F581DD9B-EDF1-4EB7-B19B-214A443056BA}" dt="2025-09-14T18:46:15.297" v="462"/>
          <ac:spMkLst>
            <pc:docMk/>
            <pc:sldMk cId="3963041353" sldId="262"/>
            <ac:spMk id="33" creationId="{4FE9E420-47BB-5088-36BD-77D986604822}"/>
          </ac:spMkLst>
        </pc:spChg>
        <pc:spChg chg="mod">
          <ac:chgData name="Mahadi Hasan Fardin" userId="04ff971fcf0e64ce" providerId="LiveId" clId="{F581DD9B-EDF1-4EB7-B19B-214A443056BA}" dt="2025-09-14T18:46:15.297" v="462"/>
          <ac:spMkLst>
            <pc:docMk/>
            <pc:sldMk cId="3963041353" sldId="262"/>
            <ac:spMk id="34" creationId="{7064C01D-C41A-682E-1B7B-5DBF350FCCE0}"/>
          </ac:spMkLst>
        </pc:spChg>
        <pc:spChg chg="mod">
          <ac:chgData name="Mahadi Hasan Fardin" userId="04ff971fcf0e64ce" providerId="LiveId" clId="{F581DD9B-EDF1-4EB7-B19B-214A443056BA}" dt="2025-09-14T18:46:15.297" v="462"/>
          <ac:spMkLst>
            <pc:docMk/>
            <pc:sldMk cId="3963041353" sldId="262"/>
            <ac:spMk id="35" creationId="{8B396EB2-4086-C2D9-7385-6DD0887EAF4B}"/>
          </ac:spMkLst>
        </pc:spChg>
        <pc:grpChg chg="add del mod">
          <ac:chgData name="Mahadi Hasan Fardin" userId="04ff971fcf0e64ce" providerId="LiveId" clId="{F581DD9B-EDF1-4EB7-B19B-214A443056BA}" dt="2025-09-14T18:41:37.789" v="407" actId="478"/>
          <ac:grpSpMkLst>
            <pc:docMk/>
            <pc:sldMk cId="3963041353" sldId="262"/>
            <ac:grpSpMk id="5" creationId="{826C9735-89A7-9B1C-9043-9D86F1DB1448}"/>
          </ac:grpSpMkLst>
        </pc:grpChg>
        <pc:grpChg chg="add mod">
          <ac:chgData name="Mahadi Hasan Fardin" userId="04ff971fcf0e64ce" providerId="LiveId" clId="{F581DD9B-EDF1-4EB7-B19B-214A443056BA}" dt="2025-09-14T18:43:47.979" v="437"/>
          <ac:grpSpMkLst>
            <pc:docMk/>
            <pc:sldMk cId="3963041353" sldId="262"/>
            <ac:grpSpMk id="11" creationId="{0E62A710-D9F2-0CF6-8692-9D768F4C1DB9}"/>
          </ac:grpSpMkLst>
        </pc:grpChg>
        <pc:grpChg chg="mod">
          <ac:chgData name="Mahadi Hasan Fardin" userId="04ff971fcf0e64ce" providerId="LiveId" clId="{F581DD9B-EDF1-4EB7-B19B-214A443056BA}" dt="2025-09-14T18:46:52.185" v="468" actId="1076"/>
          <ac:grpSpMkLst>
            <pc:docMk/>
            <pc:sldMk cId="3963041353" sldId="262"/>
            <ac:grpSpMk id="13" creationId="{79F0BFAC-6FA1-E939-AECF-590B14E8CC3D}"/>
          </ac:grpSpMkLst>
        </pc:grpChg>
        <pc:grpChg chg="del mod">
          <ac:chgData name="Mahadi Hasan Fardin" userId="04ff971fcf0e64ce" providerId="LiveId" clId="{F581DD9B-EDF1-4EB7-B19B-214A443056BA}" dt="2025-09-14T18:36:50.669" v="378" actId="478"/>
          <ac:grpSpMkLst>
            <pc:docMk/>
            <pc:sldMk cId="3963041353" sldId="262"/>
            <ac:grpSpMk id="14" creationId="{FCB6B79D-6F20-AD17-F056-F579389791B1}"/>
          </ac:grpSpMkLst>
        </pc:grpChg>
        <pc:grpChg chg="mod">
          <ac:chgData name="Mahadi Hasan Fardin" userId="04ff971fcf0e64ce" providerId="LiveId" clId="{F581DD9B-EDF1-4EB7-B19B-214A443056BA}" dt="2025-09-14T18:43:47.979" v="437"/>
          <ac:grpSpMkLst>
            <pc:docMk/>
            <pc:sldMk cId="3963041353" sldId="262"/>
            <ac:grpSpMk id="19" creationId="{BC85F85E-4A82-17C8-2A32-4DC18DE5A09A}"/>
          </ac:grpSpMkLst>
        </pc:grpChg>
        <pc:grpChg chg="add mod">
          <ac:chgData name="Mahadi Hasan Fardin" userId="04ff971fcf0e64ce" providerId="LiveId" clId="{F581DD9B-EDF1-4EB7-B19B-214A443056BA}" dt="2025-09-14T18:45:27.819" v="456"/>
          <ac:grpSpMkLst>
            <pc:docMk/>
            <pc:sldMk cId="3963041353" sldId="262"/>
            <ac:grpSpMk id="24" creationId="{F82512B0-2303-23FD-D57C-EFFB93241B72}"/>
          </ac:grpSpMkLst>
        </pc:grpChg>
        <pc:grpChg chg="mod">
          <ac:chgData name="Mahadi Hasan Fardin" userId="04ff971fcf0e64ce" providerId="LiveId" clId="{F581DD9B-EDF1-4EB7-B19B-214A443056BA}" dt="2025-09-14T18:45:27.819" v="456"/>
          <ac:grpSpMkLst>
            <pc:docMk/>
            <pc:sldMk cId="3963041353" sldId="262"/>
            <ac:grpSpMk id="25" creationId="{14CEE7FA-FA85-3F47-E1E0-47DE047F4586}"/>
          </ac:grpSpMkLst>
        </pc:grpChg>
        <pc:grpChg chg="add mod">
          <ac:chgData name="Mahadi Hasan Fardin" userId="04ff971fcf0e64ce" providerId="LiveId" clId="{F581DD9B-EDF1-4EB7-B19B-214A443056BA}" dt="2025-09-14T18:47:09.898" v="469" actId="1076"/>
          <ac:grpSpMkLst>
            <pc:docMk/>
            <pc:sldMk cId="3963041353" sldId="262"/>
            <ac:grpSpMk id="30" creationId="{0F485040-F819-1317-B406-DB1657442B40}"/>
          </ac:grpSpMkLst>
        </pc:grpChg>
        <pc:grpChg chg="mod">
          <ac:chgData name="Mahadi Hasan Fardin" userId="04ff971fcf0e64ce" providerId="LiveId" clId="{F581DD9B-EDF1-4EB7-B19B-214A443056BA}" dt="2025-09-14T18:46:15.297" v="462"/>
          <ac:grpSpMkLst>
            <pc:docMk/>
            <pc:sldMk cId="3963041353" sldId="262"/>
            <ac:grpSpMk id="31" creationId="{D2FFA090-C610-E140-934F-76B297269759}"/>
          </ac:grpSpMkLst>
        </pc:grpChg>
        <pc:picChg chg="mod">
          <ac:chgData name="Mahadi Hasan Fardin" userId="04ff971fcf0e64ce" providerId="LiveId" clId="{F581DD9B-EDF1-4EB7-B19B-214A443056BA}" dt="2025-09-14T18:36:45.052" v="376"/>
          <ac:picMkLst>
            <pc:docMk/>
            <pc:sldMk cId="3963041353" sldId="262"/>
            <ac:picMk id="10" creationId="{942CDDE8-8E46-FBAB-6AA1-0FF223C92E4D}"/>
          </ac:picMkLst>
        </pc:picChg>
        <pc:picChg chg="mod">
          <ac:chgData name="Mahadi Hasan Fardin" userId="04ff971fcf0e64ce" providerId="LiveId" clId="{F581DD9B-EDF1-4EB7-B19B-214A443056BA}" dt="2025-09-14T18:43:56.828" v="439"/>
          <ac:picMkLst>
            <pc:docMk/>
            <pc:sldMk cId="3963041353" sldId="262"/>
            <ac:picMk id="12" creationId="{26301DEE-EED3-4141-05E4-3437A716597E}"/>
          </ac:picMkLst>
        </pc:picChg>
        <pc:picChg chg="mod">
          <ac:chgData name="Mahadi Hasan Fardin" userId="04ff971fcf0e64ce" providerId="LiveId" clId="{F581DD9B-EDF1-4EB7-B19B-214A443056BA}" dt="2025-09-14T18:43:47.979" v="437"/>
          <ac:picMkLst>
            <pc:docMk/>
            <pc:sldMk cId="3963041353" sldId="262"/>
            <ac:picMk id="20" creationId="{8D817A0C-57CD-CE35-D14A-9944F2879949}"/>
          </ac:picMkLst>
        </pc:picChg>
        <pc:picChg chg="mod">
          <ac:chgData name="Mahadi Hasan Fardin" userId="04ff971fcf0e64ce" providerId="LiveId" clId="{F581DD9B-EDF1-4EB7-B19B-214A443056BA}" dt="2025-09-14T18:45:27.819" v="456"/>
          <ac:picMkLst>
            <pc:docMk/>
            <pc:sldMk cId="3963041353" sldId="262"/>
            <ac:picMk id="26" creationId="{716128AC-92D6-8718-9371-727389FDCD64}"/>
          </ac:picMkLst>
        </pc:picChg>
        <pc:picChg chg="mod">
          <ac:chgData name="Mahadi Hasan Fardin" userId="04ff971fcf0e64ce" providerId="LiveId" clId="{F581DD9B-EDF1-4EB7-B19B-214A443056BA}" dt="2025-09-14T18:46:15.297" v="462"/>
          <ac:picMkLst>
            <pc:docMk/>
            <pc:sldMk cId="3963041353" sldId="262"/>
            <ac:picMk id="32" creationId="{5BA52020-8FD6-7E4B-C985-FC4921C02D1C}"/>
          </ac:picMkLst>
        </pc:picChg>
      </pc:sldChg>
      <pc:sldChg chg="addSp delSp modSp add mod">
        <pc:chgData name="Mahadi Hasan Fardin" userId="04ff971fcf0e64ce" providerId="LiveId" clId="{F581DD9B-EDF1-4EB7-B19B-214A443056BA}" dt="2025-09-14T18:51:39.934" v="518" actId="1076"/>
        <pc:sldMkLst>
          <pc:docMk/>
          <pc:sldMk cId="551278961" sldId="263"/>
        </pc:sldMkLst>
        <pc:spChg chg="mod">
          <ac:chgData name="Mahadi Hasan Fardin" userId="04ff971fcf0e64ce" providerId="LiveId" clId="{F581DD9B-EDF1-4EB7-B19B-214A443056BA}" dt="2025-09-14T18:44:56.749" v="451" actId="1076"/>
          <ac:spMkLst>
            <pc:docMk/>
            <pc:sldMk cId="551278961" sldId="263"/>
            <ac:spMk id="2" creationId="{63D7F961-2C15-C024-EFB5-9BC7DA608AE6}"/>
          </ac:spMkLst>
        </pc:spChg>
        <pc:spChg chg="mod">
          <ac:chgData name="Mahadi Hasan Fardin" userId="04ff971fcf0e64ce" providerId="LiveId" clId="{F581DD9B-EDF1-4EB7-B19B-214A443056BA}" dt="2025-09-14T18:43:11.841" v="421"/>
          <ac:spMkLst>
            <pc:docMk/>
            <pc:sldMk cId="551278961" sldId="263"/>
            <ac:spMk id="9" creationId="{68BD2B9F-A192-F1E8-44D3-0799A7656C64}"/>
          </ac:spMkLst>
        </pc:spChg>
        <pc:spChg chg="mod">
          <ac:chgData name="Mahadi Hasan Fardin" userId="04ff971fcf0e64ce" providerId="LiveId" clId="{F581DD9B-EDF1-4EB7-B19B-214A443056BA}" dt="2025-09-14T18:43:11.841" v="421"/>
          <ac:spMkLst>
            <pc:docMk/>
            <pc:sldMk cId="551278961" sldId="263"/>
            <ac:spMk id="10" creationId="{01B4EBD7-1E67-9C24-A650-AEE2DE520E58}"/>
          </ac:spMkLst>
        </pc:spChg>
        <pc:spChg chg="mod">
          <ac:chgData name="Mahadi Hasan Fardin" userId="04ff971fcf0e64ce" providerId="LiveId" clId="{F581DD9B-EDF1-4EB7-B19B-214A443056BA}" dt="2025-09-14T18:43:11.841" v="421"/>
          <ac:spMkLst>
            <pc:docMk/>
            <pc:sldMk cId="551278961" sldId="263"/>
            <ac:spMk id="14" creationId="{8AF1F840-370F-29FB-41F2-B6A6660EA4A7}"/>
          </ac:spMkLst>
        </pc:spChg>
        <pc:spChg chg="mod">
          <ac:chgData name="Mahadi Hasan Fardin" userId="04ff971fcf0e64ce" providerId="LiveId" clId="{F581DD9B-EDF1-4EB7-B19B-214A443056BA}" dt="2025-09-14T18:44:02.425" v="440"/>
          <ac:spMkLst>
            <pc:docMk/>
            <pc:sldMk cId="551278961" sldId="263"/>
            <ac:spMk id="18" creationId="{AA33DD29-8EE9-89E2-FF4F-B94DE5ECCC5E}"/>
          </ac:spMkLst>
        </pc:spChg>
        <pc:spChg chg="mod">
          <ac:chgData name="Mahadi Hasan Fardin" userId="04ff971fcf0e64ce" providerId="LiveId" clId="{F581DD9B-EDF1-4EB7-B19B-214A443056BA}" dt="2025-09-14T18:44:15.196" v="443" actId="113"/>
          <ac:spMkLst>
            <pc:docMk/>
            <pc:sldMk cId="551278961" sldId="263"/>
            <ac:spMk id="21" creationId="{547A2CF9-650B-7E85-0625-5ECADDFAE67F}"/>
          </ac:spMkLst>
        </pc:spChg>
        <pc:spChg chg="mod">
          <ac:chgData name="Mahadi Hasan Fardin" userId="04ff971fcf0e64ce" providerId="LiveId" clId="{F581DD9B-EDF1-4EB7-B19B-214A443056BA}" dt="2025-09-14T18:44:23.065" v="444"/>
          <ac:spMkLst>
            <pc:docMk/>
            <pc:sldMk cId="551278961" sldId="263"/>
            <ac:spMk id="22" creationId="{EA8B045E-9C28-6818-C76D-58C204A59AD8}"/>
          </ac:spMkLst>
        </pc:spChg>
        <pc:spChg chg="mod">
          <ac:chgData name="Mahadi Hasan Fardin" userId="04ff971fcf0e64ce" providerId="LiveId" clId="{F581DD9B-EDF1-4EB7-B19B-214A443056BA}" dt="2025-09-14T18:46:09.531" v="461"/>
          <ac:spMkLst>
            <pc:docMk/>
            <pc:sldMk cId="551278961" sldId="263"/>
            <ac:spMk id="23" creationId="{A858CEA4-0DDD-1F06-1089-96D585BE4ED6}"/>
          </ac:spMkLst>
        </pc:spChg>
        <pc:spChg chg="mod">
          <ac:chgData name="Mahadi Hasan Fardin" userId="04ff971fcf0e64ce" providerId="LiveId" clId="{F581DD9B-EDF1-4EB7-B19B-214A443056BA}" dt="2025-09-14T18:44:02.425" v="440"/>
          <ac:spMkLst>
            <pc:docMk/>
            <pc:sldMk cId="551278961" sldId="263"/>
            <ac:spMk id="24" creationId="{F15EFF13-A7A2-349A-56B8-1EAFD1756EB8}"/>
          </ac:spMkLst>
        </pc:spChg>
        <pc:spChg chg="mod">
          <ac:chgData name="Mahadi Hasan Fardin" userId="04ff971fcf0e64ce" providerId="LiveId" clId="{F581DD9B-EDF1-4EB7-B19B-214A443056BA}" dt="2025-09-14T18:44:02.425" v="440"/>
          <ac:spMkLst>
            <pc:docMk/>
            <pc:sldMk cId="551278961" sldId="263"/>
            <ac:spMk id="25" creationId="{85FA1511-E3A3-09F3-CE2B-2649128513F7}"/>
          </ac:spMkLst>
        </pc:spChg>
        <pc:spChg chg="mod">
          <ac:chgData name="Mahadi Hasan Fardin" userId="04ff971fcf0e64ce" providerId="LiveId" clId="{F581DD9B-EDF1-4EB7-B19B-214A443056BA}" dt="2025-09-14T18:50:57.290" v="512"/>
          <ac:spMkLst>
            <pc:docMk/>
            <pc:sldMk cId="551278961" sldId="263"/>
            <ac:spMk id="30" creationId="{FD9D66FC-2B4C-476C-CB8C-844B14A229B4}"/>
          </ac:spMkLst>
        </pc:spChg>
        <pc:spChg chg="mod">
          <ac:chgData name="Mahadi Hasan Fardin" userId="04ff971fcf0e64ce" providerId="LiveId" clId="{F581DD9B-EDF1-4EB7-B19B-214A443056BA}" dt="2025-09-14T18:50:57.290" v="512"/>
          <ac:spMkLst>
            <pc:docMk/>
            <pc:sldMk cId="551278961" sldId="263"/>
            <ac:spMk id="31" creationId="{CF422A69-95D8-1244-6656-5BF4F484B161}"/>
          </ac:spMkLst>
        </pc:spChg>
        <pc:grpChg chg="add mod">
          <ac:chgData name="Mahadi Hasan Fardin" userId="04ff971fcf0e64ce" providerId="LiveId" clId="{F581DD9B-EDF1-4EB7-B19B-214A443056BA}" dt="2025-09-14T18:43:11.841" v="421"/>
          <ac:grpSpMkLst>
            <pc:docMk/>
            <pc:sldMk cId="551278961" sldId="263"/>
            <ac:grpSpMk id="5" creationId="{69FC2B12-323A-9CE6-D3BF-5156A6D62B48}"/>
          </ac:grpSpMkLst>
        </pc:grpChg>
        <pc:grpChg chg="mod">
          <ac:chgData name="Mahadi Hasan Fardin" userId="04ff971fcf0e64ce" providerId="LiveId" clId="{F581DD9B-EDF1-4EB7-B19B-214A443056BA}" dt="2025-09-14T18:43:11.841" v="421"/>
          <ac:grpSpMkLst>
            <pc:docMk/>
            <pc:sldMk cId="551278961" sldId="263"/>
            <ac:grpSpMk id="6" creationId="{63979B7D-11EF-3DD7-AC57-A9E27086CD65}"/>
          </ac:grpSpMkLst>
        </pc:grpChg>
        <pc:grpChg chg="del mod">
          <ac:chgData name="Mahadi Hasan Fardin" userId="04ff971fcf0e64ce" providerId="LiveId" clId="{F581DD9B-EDF1-4EB7-B19B-214A443056BA}" dt="2025-09-14T18:44:34.552" v="445" actId="478"/>
          <ac:grpSpMkLst>
            <pc:docMk/>
            <pc:sldMk cId="551278961" sldId="263"/>
            <ac:grpSpMk id="11" creationId="{6910C40C-4B3B-AC9E-2F93-832C16B5D0D1}"/>
          </ac:grpSpMkLst>
        </pc:grpChg>
        <pc:grpChg chg="del">
          <ac:chgData name="Mahadi Hasan Fardin" userId="04ff971fcf0e64ce" providerId="LiveId" clId="{F581DD9B-EDF1-4EB7-B19B-214A443056BA}" dt="2025-09-14T18:42:49.929" v="416" actId="478"/>
          <ac:grpSpMkLst>
            <pc:docMk/>
            <pc:sldMk cId="551278961" sldId="263"/>
            <ac:grpSpMk id="13" creationId="{833A7A6A-4AA0-B798-F393-76C03BE6CF9C}"/>
          </ac:grpSpMkLst>
        </pc:grpChg>
        <pc:grpChg chg="add mod">
          <ac:chgData name="Mahadi Hasan Fardin" userId="04ff971fcf0e64ce" providerId="LiveId" clId="{F581DD9B-EDF1-4EB7-B19B-214A443056BA}" dt="2025-09-14T18:44:02.425" v="440"/>
          <ac:grpSpMkLst>
            <pc:docMk/>
            <pc:sldMk cId="551278961" sldId="263"/>
            <ac:grpSpMk id="15" creationId="{3E2E1DAF-57E1-2E27-3C9D-AC87886DCB4B}"/>
          </ac:grpSpMkLst>
        </pc:grpChg>
        <pc:grpChg chg="mod">
          <ac:chgData name="Mahadi Hasan Fardin" userId="04ff971fcf0e64ce" providerId="LiveId" clId="{F581DD9B-EDF1-4EB7-B19B-214A443056BA}" dt="2025-09-14T18:44:02.425" v="440"/>
          <ac:grpSpMkLst>
            <pc:docMk/>
            <pc:sldMk cId="551278961" sldId="263"/>
            <ac:grpSpMk id="16" creationId="{D995564A-C3D8-F3C5-6B55-E3EF23A73698}"/>
          </ac:grpSpMkLst>
        </pc:grpChg>
        <pc:grpChg chg="mod topLvl">
          <ac:chgData name="Mahadi Hasan Fardin" userId="04ff971fcf0e64ce" providerId="LiveId" clId="{F581DD9B-EDF1-4EB7-B19B-214A443056BA}" dt="2025-09-14T18:45:23.724" v="455" actId="164"/>
          <ac:grpSpMkLst>
            <pc:docMk/>
            <pc:sldMk cId="551278961" sldId="263"/>
            <ac:grpSpMk id="19" creationId="{FA36859B-1C3C-E17A-E4E9-E17005C24D41}"/>
          </ac:grpSpMkLst>
        </pc:grpChg>
        <pc:grpChg chg="add mod">
          <ac:chgData name="Mahadi Hasan Fardin" userId="04ff971fcf0e64ce" providerId="LiveId" clId="{F581DD9B-EDF1-4EB7-B19B-214A443056BA}" dt="2025-09-14T18:45:23.724" v="455" actId="164"/>
          <ac:grpSpMkLst>
            <pc:docMk/>
            <pc:sldMk cId="551278961" sldId="263"/>
            <ac:grpSpMk id="28" creationId="{D5C7F264-1638-EA10-4617-5FEDE0B48BCE}"/>
          </ac:grpSpMkLst>
        </pc:grpChg>
        <pc:grpChg chg="add mod">
          <ac:chgData name="Mahadi Hasan Fardin" userId="04ff971fcf0e64ce" providerId="LiveId" clId="{F581DD9B-EDF1-4EB7-B19B-214A443056BA}" dt="2025-09-14T18:51:39.934" v="518" actId="1076"/>
          <ac:grpSpMkLst>
            <pc:docMk/>
            <pc:sldMk cId="551278961" sldId="263"/>
            <ac:grpSpMk id="29" creationId="{5EDA507F-DB1D-E0C5-D7BB-31F61BF567F4}"/>
          </ac:grpSpMkLst>
        </pc:grpChg>
        <pc:picChg chg="mod">
          <ac:chgData name="Mahadi Hasan Fardin" userId="04ff971fcf0e64ce" providerId="LiveId" clId="{F581DD9B-EDF1-4EB7-B19B-214A443056BA}" dt="2025-09-14T18:43:11.841" v="421"/>
          <ac:picMkLst>
            <pc:docMk/>
            <pc:sldMk cId="551278961" sldId="263"/>
            <ac:picMk id="8" creationId="{C95485DF-1032-F33B-6DD2-1E2D1225FBEA}"/>
          </ac:picMkLst>
        </pc:picChg>
        <pc:picChg chg="mod">
          <ac:chgData name="Mahadi Hasan Fardin" userId="04ff971fcf0e64ce" providerId="LiveId" clId="{F581DD9B-EDF1-4EB7-B19B-214A443056BA}" dt="2025-09-14T18:44:02.425" v="440"/>
          <ac:picMkLst>
            <pc:docMk/>
            <pc:sldMk cId="551278961" sldId="263"/>
            <ac:picMk id="17" creationId="{80D7EB62-AE9C-E8CE-248B-20B62DDF3B12}"/>
          </ac:picMkLst>
        </pc:picChg>
        <pc:picChg chg="del mod topLvl">
          <ac:chgData name="Mahadi Hasan Fardin" userId="04ff971fcf0e64ce" providerId="LiveId" clId="{F581DD9B-EDF1-4EB7-B19B-214A443056BA}" dt="2025-09-14T18:44:34.552" v="445" actId="478"/>
          <ac:picMkLst>
            <pc:docMk/>
            <pc:sldMk cId="551278961" sldId="263"/>
            <ac:picMk id="20" creationId="{05254910-C682-2E02-1EAE-F2AC6F4F55A7}"/>
          </ac:picMkLst>
        </pc:picChg>
        <pc:picChg chg="add mod">
          <ac:chgData name="Mahadi Hasan Fardin" userId="04ff971fcf0e64ce" providerId="LiveId" clId="{F581DD9B-EDF1-4EB7-B19B-214A443056BA}" dt="2025-09-14T18:45:23.724" v="455" actId="164"/>
          <ac:picMkLst>
            <pc:docMk/>
            <pc:sldMk cId="551278961" sldId="263"/>
            <ac:picMk id="27" creationId="{BD362AF7-E6D4-9165-73A6-B6EF03229AF5}"/>
          </ac:picMkLst>
        </pc:picChg>
      </pc:sldChg>
      <pc:sldChg chg="addSp delSp modSp add mod">
        <pc:chgData name="Mahadi Hasan Fardin" userId="04ff971fcf0e64ce" providerId="LiveId" clId="{F581DD9B-EDF1-4EB7-B19B-214A443056BA}" dt="2025-09-14T18:57:15.815" v="549" actId="1076"/>
        <pc:sldMkLst>
          <pc:docMk/>
          <pc:sldMk cId="1578217338" sldId="264"/>
        </pc:sldMkLst>
        <pc:spChg chg="add mod">
          <ac:chgData name="Mahadi Hasan Fardin" userId="04ff971fcf0e64ce" providerId="LiveId" clId="{F581DD9B-EDF1-4EB7-B19B-214A443056BA}" dt="2025-09-14T18:50:50.360" v="510" actId="164"/>
          <ac:spMkLst>
            <pc:docMk/>
            <pc:sldMk cId="1578217338" sldId="264"/>
            <ac:spMk id="3" creationId="{0EBF23A1-C2DA-6135-8676-55D2CDD43197}"/>
          </ac:spMkLst>
        </pc:spChg>
        <pc:spChg chg="add">
          <ac:chgData name="Mahadi Hasan Fardin" userId="04ff971fcf0e64ce" providerId="LiveId" clId="{F581DD9B-EDF1-4EB7-B19B-214A443056BA}" dt="2025-09-14T18:49:43.734" v="489"/>
          <ac:spMkLst>
            <pc:docMk/>
            <pc:sldMk cId="1578217338" sldId="264"/>
            <ac:spMk id="4" creationId="{BFD73616-465C-E389-9BE1-CEBC8AD149B4}"/>
          </ac:spMkLst>
        </pc:spChg>
        <pc:spChg chg="add mod">
          <ac:chgData name="Mahadi Hasan Fardin" userId="04ff971fcf0e64ce" providerId="LiveId" clId="{F581DD9B-EDF1-4EB7-B19B-214A443056BA}" dt="2025-09-14T18:50:50.360" v="510" actId="164"/>
          <ac:spMkLst>
            <pc:docMk/>
            <pc:sldMk cId="1578217338" sldId="264"/>
            <ac:spMk id="5" creationId="{5D0B3375-0991-93D7-1F25-460590C42BD9}"/>
          </ac:spMkLst>
        </pc:spChg>
        <pc:spChg chg="add">
          <ac:chgData name="Mahadi Hasan Fardin" userId="04ff971fcf0e64ce" providerId="LiveId" clId="{F581DD9B-EDF1-4EB7-B19B-214A443056BA}" dt="2025-09-14T18:49:55.190" v="491"/>
          <ac:spMkLst>
            <pc:docMk/>
            <pc:sldMk cId="1578217338" sldId="264"/>
            <ac:spMk id="6" creationId="{FE059EC7-361C-0B53-C9CE-FAAAEEA817BF}"/>
          </ac:spMkLst>
        </pc:spChg>
        <pc:spChg chg="add mod">
          <ac:chgData name="Mahadi Hasan Fardin" userId="04ff971fcf0e64ce" providerId="LiveId" clId="{F581DD9B-EDF1-4EB7-B19B-214A443056BA}" dt="2025-09-14T18:51:15.683" v="516" actId="571"/>
          <ac:spMkLst>
            <pc:docMk/>
            <pc:sldMk cId="1578217338" sldId="264"/>
            <ac:spMk id="8" creationId="{A741B028-4431-2C05-8895-0B0639D38F95}"/>
          </ac:spMkLst>
        </pc:spChg>
        <pc:spChg chg="mod">
          <ac:chgData name="Mahadi Hasan Fardin" userId="04ff971fcf0e64ce" providerId="LiveId" clId="{F581DD9B-EDF1-4EB7-B19B-214A443056BA}" dt="2025-09-14T18:48:23.716" v="475" actId="1076"/>
          <ac:spMkLst>
            <pc:docMk/>
            <pc:sldMk cId="1578217338" sldId="264"/>
            <ac:spMk id="21" creationId="{5CF23D8A-E970-7FB6-63DB-14FFB6506B67}"/>
          </ac:spMkLst>
        </pc:spChg>
        <pc:grpChg chg="add mod">
          <ac:chgData name="Mahadi Hasan Fardin" userId="04ff971fcf0e64ce" providerId="LiveId" clId="{F581DD9B-EDF1-4EB7-B19B-214A443056BA}" dt="2025-09-14T18:51:21.197" v="517" actId="1076"/>
          <ac:grpSpMkLst>
            <pc:docMk/>
            <pc:sldMk cId="1578217338" sldId="264"/>
            <ac:grpSpMk id="7" creationId="{338C82F1-0B9E-4A2F-7568-55A4263AE1C2}"/>
          </ac:grpSpMkLst>
        </pc:grpChg>
        <pc:grpChg chg="add del">
          <ac:chgData name="Mahadi Hasan Fardin" userId="04ff971fcf0e64ce" providerId="LiveId" clId="{F581DD9B-EDF1-4EB7-B19B-214A443056BA}" dt="2025-09-14T18:48:19.327" v="473" actId="478"/>
          <ac:grpSpMkLst>
            <pc:docMk/>
            <pc:sldMk cId="1578217338" sldId="264"/>
            <ac:grpSpMk id="15" creationId="{00CEF59A-4DD4-8040-0523-98E9FCEDF1A2}"/>
          </ac:grpSpMkLst>
        </pc:grpChg>
        <pc:grpChg chg="mod">
          <ac:chgData name="Mahadi Hasan Fardin" userId="04ff971fcf0e64ce" providerId="LiveId" clId="{F581DD9B-EDF1-4EB7-B19B-214A443056BA}" dt="2025-09-14T18:48:40.794" v="480" actId="1076"/>
          <ac:grpSpMkLst>
            <pc:docMk/>
            <pc:sldMk cId="1578217338" sldId="264"/>
            <ac:grpSpMk id="28" creationId="{448D2A4B-CCD9-9A3B-195C-984491E058C8}"/>
          </ac:grpSpMkLst>
        </pc:grpChg>
        <pc:picChg chg="add mod">
          <ac:chgData name="Mahadi Hasan Fardin" userId="04ff971fcf0e64ce" providerId="LiveId" clId="{F581DD9B-EDF1-4EB7-B19B-214A443056BA}" dt="2025-09-14T18:57:15.815" v="549" actId="1076"/>
          <ac:picMkLst>
            <pc:docMk/>
            <pc:sldMk cId="1578217338" sldId="264"/>
            <ac:picMk id="9" creationId="{67FDE825-2B90-8030-E1E9-DEE2B9A3AA3F}"/>
          </ac:picMkLst>
        </pc:picChg>
      </pc:sldChg>
      <pc:sldChg chg="addSp delSp modSp add mod delAnim modAnim">
        <pc:chgData name="Mahadi Hasan Fardin" userId="04ff971fcf0e64ce" providerId="LiveId" clId="{F581DD9B-EDF1-4EB7-B19B-214A443056BA}" dt="2025-09-14T19:40:48.033" v="892" actId="1076"/>
        <pc:sldMkLst>
          <pc:docMk/>
          <pc:sldMk cId="565363895" sldId="265"/>
        </pc:sldMkLst>
        <pc:spChg chg="del">
          <ac:chgData name="Mahadi Hasan Fardin" userId="04ff971fcf0e64ce" providerId="LiveId" clId="{F581DD9B-EDF1-4EB7-B19B-214A443056BA}" dt="2025-09-14T18:52:38.299" v="520" actId="478"/>
          <ac:spMkLst>
            <pc:docMk/>
            <pc:sldMk cId="565363895" sldId="265"/>
            <ac:spMk id="2" creationId="{5184B0DE-90D9-084F-B037-917321E1ED1A}"/>
          </ac:spMkLst>
        </pc:spChg>
        <pc:spChg chg="add mod">
          <ac:chgData name="Mahadi Hasan Fardin" userId="04ff971fcf0e64ce" providerId="LiveId" clId="{F581DD9B-EDF1-4EB7-B19B-214A443056BA}" dt="2025-09-14T19:31:32.967" v="800" actId="2711"/>
          <ac:spMkLst>
            <pc:docMk/>
            <pc:sldMk cId="565363895" sldId="265"/>
            <ac:spMk id="4" creationId="{0F48200C-A12F-8E37-2661-BC24CB8EC856}"/>
          </ac:spMkLst>
        </pc:spChg>
        <pc:spChg chg="add del">
          <ac:chgData name="Mahadi Hasan Fardin" userId="04ff971fcf0e64ce" providerId="LiveId" clId="{F581DD9B-EDF1-4EB7-B19B-214A443056BA}" dt="2025-09-14T18:52:52.382" v="524" actId="22"/>
          <ac:spMkLst>
            <pc:docMk/>
            <pc:sldMk cId="565363895" sldId="265"/>
            <ac:spMk id="8" creationId="{E60D7DC6-67DB-3E9A-3BA4-911B2AD7A55B}"/>
          </ac:spMkLst>
        </pc:spChg>
        <pc:spChg chg="add mod">
          <ac:chgData name="Mahadi Hasan Fardin" userId="04ff971fcf0e64ce" providerId="LiveId" clId="{F581DD9B-EDF1-4EB7-B19B-214A443056BA}" dt="2025-09-14T19:31:32.967" v="800" actId="2711"/>
          <ac:spMkLst>
            <pc:docMk/>
            <pc:sldMk cId="565363895" sldId="265"/>
            <ac:spMk id="10" creationId="{3BEA1AFE-FFE8-BEC8-A188-E822269107AC}"/>
          </ac:spMkLst>
        </pc:spChg>
        <pc:spChg chg="add mod">
          <ac:chgData name="Mahadi Hasan Fardin" userId="04ff971fcf0e64ce" providerId="LiveId" clId="{F581DD9B-EDF1-4EB7-B19B-214A443056BA}" dt="2025-09-14T19:31:32.967" v="800" actId="2711"/>
          <ac:spMkLst>
            <pc:docMk/>
            <pc:sldMk cId="565363895" sldId="265"/>
            <ac:spMk id="12" creationId="{21D178F0-0D55-6FE3-7734-0F2B7225CB27}"/>
          </ac:spMkLst>
        </pc:spChg>
        <pc:spChg chg="add del mod">
          <ac:chgData name="Mahadi Hasan Fardin" userId="04ff971fcf0e64ce" providerId="LiveId" clId="{F581DD9B-EDF1-4EB7-B19B-214A443056BA}" dt="2025-09-14T19:13:42.077" v="629" actId="478"/>
          <ac:spMkLst>
            <pc:docMk/>
            <pc:sldMk cId="565363895" sldId="265"/>
            <ac:spMk id="15" creationId="{2D43B10C-9BD1-A478-8FA8-C74AA6414441}"/>
          </ac:spMkLst>
        </pc:spChg>
        <pc:spChg chg="add del mod">
          <ac:chgData name="Mahadi Hasan Fardin" userId="04ff971fcf0e64ce" providerId="LiveId" clId="{F581DD9B-EDF1-4EB7-B19B-214A443056BA}" dt="2025-09-14T19:29:19.925" v="764" actId="478"/>
          <ac:spMkLst>
            <pc:docMk/>
            <pc:sldMk cId="565363895" sldId="265"/>
            <ac:spMk id="16" creationId="{0E69EF9A-A9D5-3819-7363-821F545624F2}"/>
          </ac:spMkLst>
        </pc:spChg>
        <pc:spChg chg="mod">
          <ac:chgData name="Mahadi Hasan Fardin" userId="04ff971fcf0e64ce" providerId="LiveId" clId="{F581DD9B-EDF1-4EB7-B19B-214A443056BA}" dt="2025-09-14T19:31:32.967" v="800" actId="2711"/>
          <ac:spMkLst>
            <pc:docMk/>
            <pc:sldMk cId="565363895" sldId="265"/>
            <ac:spMk id="18" creationId="{5EE884C9-390C-41FD-087B-219A71D31520}"/>
          </ac:spMkLst>
        </pc:spChg>
        <pc:spChg chg="mod">
          <ac:chgData name="Mahadi Hasan Fardin" userId="04ff971fcf0e64ce" providerId="LiveId" clId="{F581DD9B-EDF1-4EB7-B19B-214A443056BA}" dt="2025-09-14T19:31:32.967" v="800" actId="2711"/>
          <ac:spMkLst>
            <pc:docMk/>
            <pc:sldMk cId="565363895" sldId="265"/>
            <ac:spMk id="20" creationId="{D1159599-8F86-5B33-AFDC-7E47E74B2CA4}"/>
          </ac:spMkLst>
        </pc:spChg>
        <pc:spChg chg="mod">
          <ac:chgData name="Mahadi Hasan Fardin" userId="04ff971fcf0e64ce" providerId="LiveId" clId="{F581DD9B-EDF1-4EB7-B19B-214A443056BA}" dt="2025-09-14T19:31:32.967" v="800" actId="2711"/>
          <ac:spMkLst>
            <pc:docMk/>
            <pc:sldMk cId="565363895" sldId="265"/>
            <ac:spMk id="24" creationId="{A2573B2C-D55E-64F7-089D-C79D0EF61AFD}"/>
          </ac:spMkLst>
        </pc:spChg>
        <pc:spChg chg="mod">
          <ac:chgData name="Mahadi Hasan Fardin" userId="04ff971fcf0e64ce" providerId="LiveId" clId="{F581DD9B-EDF1-4EB7-B19B-214A443056BA}" dt="2025-09-14T19:31:32.967" v="800" actId="2711"/>
          <ac:spMkLst>
            <pc:docMk/>
            <pc:sldMk cId="565363895" sldId="265"/>
            <ac:spMk id="25" creationId="{976F7BB7-2826-E61B-6E1B-FF96A2AACEA2}"/>
          </ac:spMkLst>
        </pc:spChg>
        <pc:spChg chg="mod">
          <ac:chgData name="Mahadi Hasan Fardin" userId="04ff971fcf0e64ce" providerId="LiveId" clId="{F581DD9B-EDF1-4EB7-B19B-214A443056BA}" dt="2025-09-14T19:40:24.907" v="887"/>
          <ac:spMkLst>
            <pc:docMk/>
            <pc:sldMk cId="565363895" sldId="265"/>
            <ac:spMk id="29" creationId="{D008C5C2-E669-0534-59D6-3A874B98AD6B}"/>
          </ac:spMkLst>
        </pc:spChg>
        <pc:spChg chg="mod">
          <ac:chgData name="Mahadi Hasan Fardin" userId="04ff971fcf0e64ce" providerId="LiveId" clId="{F581DD9B-EDF1-4EB7-B19B-214A443056BA}" dt="2025-09-14T19:40:24.907" v="887"/>
          <ac:spMkLst>
            <pc:docMk/>
            <pc:sldMk cId="565363895" sldId="265"/>
            <ac:spMk id="30" creationId="{70F8BB0A-6236-5F39-F7C5-8EFA5CCE8757}"/>
          </ac:spMkLst>
        </pc:spChg>
        <pc:spChg chg="mod">
          <ac:chgData name="Mahadi Hasan Fardin" userId="04ff971fcf0e64ce" providerId="LiveId" clId="{F581DD9B-EDF1-4EB7-B19B-214A443056BA}" dt="2025-09-14T19:40:24.907" v="887"/>
          <ac:spMkLst>
            <pc:docMk/>
            <pc:sldMk cId="565363895" sldId="265"/>
            <ac:spMk id="31" creationId="{305CDD02-D058-E07D-6861-2980A8CE5CCA}"/>
          </ac:spMkLst>
        </pc:spChg>
        <pc:spChg chg="mod">
          <ac:chgData name="Mahadi Hasan Fardin" userId="04ff971fcf0e64ce" providerId="LiveId" clId="{F581DD9B-EDF1-4EB7-B19B-214A443056BA}" dt="2025-09-14T19:40:24.907" v="887"/>
          <ac:spMkLst>
            <pc:docMk/>
            <pc:sldMk cId="565363895" sldId="265"/>
            <ac:spMk id="32" creationId="{D7BF280B-F802-3E25-CF7E-2690140B1231}"/>
          </ac:spMkLst>
        </pc:spChg>
        <pc:spChg chg="del">
          <ac:chgData name="Mahadi Hasan Fardin" userId="04ff971fcf0e64ce" providerId="LiveId" clId="{F581DD9B-EDF1-4EB7-B19B-214A443056BA}" dt="2025-09-14T18:52:38.299" v="520" actId="478"/>
          <ac:spMkLst>
            <pc:docMk/>
            <pc:sldMk cId="565363895" sldId="265"/>
            <ac:spMk id="45" creationId="{7F05DD6D-A128-BFC5-FD11-C8A1AAB3DC3D}"/>
          </ac:spMkLst>
        </pc:spChg>
        <pc:spChg chg="del">
          <ac:chgData name="Mahadi Hasan Fardin" userId="04ff971fcf0e64ce" providerId="LiveId" clId="{F581DD9B-EDF1-4EB7-B19B-214A443056BA}" dt="2025-09-14T18:52:38.299" v="520" actId="478"/>
          <ac:spMkLst>
            <pc:docMk/>
            <pc:sldMk cId="565363895" sldId="265"/>
            <ac:spMk id="46" creationId="{2D7DACF8-905C-B9C5-DFF2-DD195F0B3851}"/>
          </ac:spMkLst>
        </pc:spChg>
        <pc:grpChg chg="del">
          <ac:chgData name="Mahadi Hasan Fardin" userId="04ff971fcf0e64ce" providerId="LiveId" clId="{F581DD9B-EDF1-4EB7-B19B-214A443056BA}" dt="2025-09-14T18:52:38.299" v="520" actId="478"/>
          <ac:grpSpMkLst>
            <pc:docMk/>
            <pc:sldMk cId="565363895" sldId="265"/>
            <ac:grpSpMk id="7" creationId="{FE9242D5-B9AE-C6C8-1117-120911C4F619}"/>
          </ac:grpSpMkLst>
        </pc:grpChg>
        <pc:grpChg chg="add del mod">
          <ac:chgData name="Mahadi Hasan Fardin" userId="04ff971fcf0e64ce" providerId="LiveId" clId="{F581DD9B-EDF1-4EB7-B19B-214A443056BA}" dt="2025-09-14T19:40:44.996" v="891" actId="478"/>
          <ac:grpSpMkLst>
            <pc:docMk/>
            <pc:sldMk cId="565363895" sldId="265"/>
            <ac:grpSpMk id="17" creationId="{EDA6F5B1-248E-D933-1936-3B732EE1B736}"/>
          </ac:grpSpMkLst>
        </pc:grpChg>
        <pc:grpChg chg="add mod">
          <ac:chgData name="Mahadi Hasan Fardin" userId="04ff971fcf0e64ce" providerId="LiveId" clId="{F581DD9B-EDF1-4EB7-B19B-214A443056BA}" dt="2025-09-14T19:40:48.033" v="892" actId="1076"/>
          <ac:grpSpMkLst>
            <pc:docMk/>
            <pc:sldMk cId="565363895" sldId="265"/>
            <ac:grpSpMk id="26" creationId="{BB9AA43B-B8B5-A72C-9DD6-DCBC98122B80}"/>
          </ac:grpSpMkLst>
        </pc:grpChg>
        <pc:grpChg chg="del">
          <ac:chgData name="Mahadi Hasan Fardin" userId="04ff971fcf0e64ce" providerId="LiveId" clId="{F581DD9B-EDF1-4EB7-B19B-214A443056BA}" dt="2025-09-14T18:52:38.299" v="520" actId="478"/>
          <ac:grpSpMkLst>
            <pc:docMk/>
            <pc:sldMk cId="565363895" sldId="265"/>
            <ac:grpSpMk id="28" creationId="{4EADAB82-2262-9F94-B8F1-CBB7A1BCA6F9}"/>
          </ac:grpSpMkLst>
        </pc:grpChg>
        <pc:picChg chg="add mod">
          <ac:chgData name="Mahadi Hasan Fardin" userId="04ff971fcf0e64ce" providerId="LiveId" clId="{F581DD9B-EDF1-4EB7-B19B-214A443056BA}" dt="2025-09-14T18:56:55.312" v="545" actId="1076"/>
          <ac:picMkLst>
            <pc:docMk/>
            <pc:sldMk cId="565363895" sldId="265"/>
            <ac:picMk id="14" creationId="{72687BD0-9C5A-3382-6F77-AAC2A7D29D00}"/>
          </ac:picMkLst>
        </pc:picChg>
      </pc:sldChg>
      <pc:sldChg chg="addSp delSp modSp add mod addAnim delAnim modAnim">
        <pc:chgData name="Mahadi Hasan Fardin" userId="04ff971fcf0e64ce" providerId="LiveId" clId="{F581DD9B-EDF1-4EB7-B19B-214A443056BA}" dt="2025-09-14T19:41:24.624" v="896"/>
        <pc:sldMkLst>
          <pc:docMk/>
          <pc:sldMk cId="3314549332" sldId="266"/>
        </pc:sldMkLst>
        <pc:spChg chg="mod">
          <ac:chgData name="Mahadi Hasan Fardin" userId="04ff971fcf0e64ce" providerId="LiveId" clId="{F581DD9B-EDF1-4EB7-B19B-214A443056BA}" dt="2025-09-14T19:34:56.312" v="832" actId="1076"/>
          <ac:spMkLst>
            <pc:docMk/>
            <pc:sldMk cId="3314549332" sldId="266"/>
            <ac:spMk id="4" creationId="{6FAEC44F-621E-4533-85F3-4E73327CA944}"/>
          </ac:spMkLst>
        </pc:spChg>
        <pc:spChg chg="add del mod">
          <ac:chgData name="Mahadi Hasan Fardin" userId="04ff971fcf0e64ce" providerId="LiveId" clId="{F581DD9B-EDF1-4EB7-B19B-214A443056BA}" dt="2025-09-14T19:41:19.695" v="895" actId="1076"/>
          <ac:spMkLst>
            <pc:docMk/>
            <pc:sldMk cId="3314549332" sldId="266"/>
            <ac:spMk id="5" creationId="{0BBB2185-B5CB-EAC7-D3CF-419850087F2D}"/>
          </ac:spMkLst>
        </pc:spChg>
        <pc:spChg chg="add del">
          <ac:chgData name="Mahadi Hasan Fardin" userId="04ff971fcf0e64ce" providerId="LiveId" clId="{F581DD9B-EDF1-4EB7-B19B-214A443056BA}" dt="2025-09-14T19:11:04.765" v="607" actId="478"/>
          <ac:spMkLst>
            <pc:docMk/>
            <pc:sldMk cId="3314549332" sldId="266"/>
            <ac:spMk id="6" creationId="{CC62E893-5D68-4812-276D-F3DAA7EB4266}"/>
          </ac:spMkLst>
        </pc:spChg>
        <pc:spChg chg="add del">
          <ac:chgData name="Mahadi Hasan Fardin" userId="04ff971fcf0e64ce" providerId="LiveId" clId="{F581DD9B-EDF1-4EB7-B19B-214A443056BA}" dt="2025-09-14T19:11:38.509" v="610" actId="11529"/>
          <ac:spMkLst>
            <pc:docMk/>
            <pc:sldMk cId="3314549332" sldId="266"/>
            <ac:spMk id="7" creationId="{06E02A68-D28F-D48F-B389-94CC2916B325}"/>
          </ac:spMkLst>
        </pc:spChg>
        <pc:spChg chg="add del mod">
          <ac:chgData name="Mahadi Hasan Fardin" userId="04ff971fcf0e64ce" providerId="LiveId" clId="{F581DD9B-EDF1-4EB7-B19B-214A443056BA}" dt="2025-09-14T19:12:36.285" v="624" actId="11529"/>
          <ac:spMkLst>
            <pc:docMk/>
            <pc:sldMk cId="3314549332" sldId="266"/>
            <ac:spMk id="8" creationId="{A07E0E5A-9A35-7BA0-DF8B-AF02AC7BC8EF}"/>
          </ac:spMkLst>
        </pc:spChg>
        <pc:spChg chg="add del mod">
          <ac:chgData name="Mahadi Hasan Fardin" userId="04ff971fcf0e64ce" providerId="LiveId" clId="{F581DD9B-EDF1-4EB7-B19B-214A443056BA}" dt="2025-09-14T19:29:11.667" v="763" actId="478"/>
          <ac:spMkLst>
            <pc:docMk/>
            <pc:sldMk cId="3314549332" sldId="266"/>
            <ac:spMk id="9" creationId="{DFD6186A-FFF4-2A20-6E36-B84018D14EC5}"/>
          </ac:spMkLst>
        </pc:spChg>
        <pc:spChg chg="mod">
          <ac:chgData name="Mahadi Hasan Fardin" userId="04ff971fcf0e64ce" providerId="LiveId" clId="{F581DD9B-EDF1-4EB7-B19B-214A443056BA}" dt="2025-09-14T19:00:08.568" v="562" actId="1076"/>
          <ac:spMkLst>
            <pc:docMk/>
            <pc:sldMk cId="3314549332" sldId="266"/>
            <ac:spMk id="12" creationId="{1033FDE4-981F-202C-7B29-411457E83A8D}"/>
          </ac:spMkLst>
        </pc:spChg>
        <pc:spChg chg="add del mod">
          <ac:chgData name="Mahadi Hasan Fardin" userId="04ff971fcf0e64ce" providerId="LiveId" clId="{F581DD9B-EDF1-4EB7-B19B-214A443056BA}" dt="2025-09-14T19:28:36.761" v="757" actId="478"/>
          <ac:spMkLst>
            <pc:docMk/>
            <pc:sldMk cId="3314549332" sldId="266"/>
            <ac:spMk id="13" creationId="{7373EA5E-518C-5218-0966-110DC81EBCFE}"/>
          </ac:spMkLst>
        </pc:spChg>
        <pc:spChg chg="add del mod">
          <ac:chgData name="Mahadi Hasan Fardin" userId="04ff971fcf0e64ce" providerId="LiveId" clId="{F581DD9B-EDF1-4EB7-B19B-214A443056BA}" dt="2025-09-14T19:28:39.194" v="758" actId="478"/>
          <ac:spMkLst>
            <pc:docMk/>
            <pc:sldMk cId="3314549332" sldId="266"/>
            <ac:spMk id="15" creationId="{F2E294B3-859E-4785-3273-6EAB1FFA4ECE}"/>
          </ac:spMkLst>
        </pc:spChg>
        <pc:spChg chg="add del mod">
          <ac:chgData name="Mahadi Hasan Fardin" userId="04ff971fcf0e64ce" providerId="LiveId" clId="{F581DD9B-EDF1-4EB7-B19B-214A443056BA}" dt="2025-09-14T19:28:32.679" v="756" actId="478"/>
          <ac:spMkLst>
            <pc:docMk/>
            <pc:sldMk cId="3314549332" sldId="266"/>
            <ac:spMk id="17" creationId="{CB59C746-B959-CE61-A201-2AD35DBA05A9}"/>
          </ac:spMkLst>
        </pc:spChg>
        <pc:spChg chg="add mod">
          <ac:chgData name="Mahadi Hasan Fardin" userId="04ff971fcf0e64ce" providerId="LiveId" clId="{F581DD9B-EDF1-4EB7-B19B-214A443056BA}" dt="2025-09-14T19:23:27.389" v="713" actId="571"/>
          <ac:spMkLst>
            <pc:docMk/>
            <pc:sldMk cId="3314549332" sldId="266"/>
            <ac:spMk id="18" creationId="{178DCD5F-90B1-AFBA-4E3F-79782B7B8FBA}"/>
          </ac:spMkLst>
        </pc:spChg>
        <pc:spChg chg="mod">
          <ac:chgData name="Mahadi Hasan Fardin" userId="04ff971fcf0e64ce" providerId="LiveId" clId="{F581DD9B-EDF1-4EB7-B19B-214A443056BA}" dt="2025-09-14T19:27:52.359" v="749"/>
          <ac:spMkLst>
            <pc:docMk/>
            <pc:sldMk cId="3314549332" sldId="266"/>
            <ac:spMk id="20" creationId="{5C99EBB7-3E25-9825-415A-57BAD2452226}"/>
          </ac:spMkLst>
        </pc:spChg>
        <pc:spChg chg="mod">
          <ac:chgData name="Mahadi Hasan Fardin" userId="04ff971fcf0e64ce" providerId="LiveId" clId="{F581DD9B-EDF1-4EB7-B19B-214A443056BA}" dt="2025-09-14T19:27:52.359" v="749"/>
          <ac:spMkLst>
            <pc:docMk/>
            <pc:sldMk cId="3314549332" sldId="266"/>
            <ac:spMk id="21" creationId="{FB368580-FE15-6EFC-88EB-1E1C7F220DBA}"/>
          </ac:spMkLst>
        </pc:spChg>
        <pc:spChg chg="mod">
          <ac:chgData name="Mahadi Hasan Fardin" userId="04ff971fcf0e64ce" providerId="LiveId" clId="{F581DD9B-EDF1-4EB7-B19B-214A443056BA}" dt="2025-09-14T19:27:52.359" v="749"/>
          <ac:spMkLst>
            <pc:docMk/>
            <pc:sldMk cId="3314549332" sldId="266"/>
            <ac:spMk id="22" creationId="{0FDD02D3-91FE-2BEB-E27A-3D6199070655}"/>
          </ac:spMkLst>
        </pc:spChg>
        <pc:spChg chg="mod">
          <ac:chgData name="Mahadi Hasan Fardin" userId="04ff971fcf0e64ce" providerId="LiveId" clId="{F581DD9B-EDF1-4EB7-B19B-214A443056BA}" dt="2025-09-14T19:27:52.359" v="749"/>
          <ac:spMkLst>
            <pc:docMk/>
            <pc:sldMk cId="3314549332" sldId="266"/>
            <ac:spMk id="23" creationId="{619DED9A-C71F-5493-78F2-2A12465F24D8}"/>
          </ac:spMkLst>
        </pc:spChg>
        <pc:spChg chg="mod">
          <ac:chgData name="Mahadi Hasan Fardin" userId="04ff971fcf0e64ce" providerId="LiveId" clId="{F581DD9B-EDF1-4EB7-B19B-214A443056BA}" dt="2025-09-14T19:28:16.768" v="752"/>
          <ac:spMkLst>
            <pc:docMk/>
            <pc:sldMk cId="3314549332" sldId="266"/>
            <ac:spMk id="25" creationId="{2B2797EE-4F9B-EFEE-D8D8-60166855D8EE}"/>
          </ac:spMkLst>
        </pc:spChg>
        <pc:spChg chg="mod">
          <ac:chgData name="Mahadi Hasan Fardin" userId="04ff971fcf0e64ce" providerId="LiveId" clId="{F581DD9B-EDF1-4EB7-B19B-214A443056BA}" dt="2025-09-14T19:28:16.768" v="752"/>
          <ac:spMkLst>
            <pc:docMk/>
            <pc:sldMk cId="3314549332" sldId="266"/>
            <ac:spMk id="26" creationId="{9A2DA04A-8098-ED22-ED50-08C749DA8C14}"/>
          </ac:spMkLst>
        </pc:spChg>
        <pc:spChg chg="mod">
          <ac:chgData name="Mahadi Hasan Fardin" userId="04ff971fcf0e64ce" providerId="LiveId" clId="{F581DD9B-EDF1-4EB7-B19B-214A443056BA}" dt="2025-09-14T19:28:16.768" v="752"/>
          <ac:spMkLst>
            <pc:docMk/>
            <pc:sldMk cId="3314549332" sldId="266"/>
            <ac:spMk id="27" creationId="{D1411CEB-D4DD-2580-0C72-1B7B3132AB61}"/>
          </ac:spMkLst>
        </pc:spChg>
        <pc:spChg chg="mod">
          <ac:chgData name="Mahadi Hasan Fardin" userId="04ff971fcf0e64ce" providerId="LiveId" clId="{F581DD9B-EDF1-4EB7-B19B-214A443056BA}" dt="2025-09-14T19:28:16.768" v="752"/>
          <ac:spMkLst>
            <pc:docMk/>
            <pc:sldMk cId="3314549332" sldId="266"/>
            <ac:spMk id="28" creationId="{5618A3FC-411B-5F3E-0D2D-DC6141CFF9AC}"/>
          </ac:spMkLst>
        </pc:spChg>
        <pc:spChg chg="mod">
          <ac:chgData name="Mahadi Hasan Fardin" userId="04ff971fcf0e64ce" providerId="LiveId" clId="{F581DD9B-EDF1-4EB7-B19B-214A443056BA}" dt="2025-09-14T19:29:09.496" v="762"/>
          <ac:spMkLst>
            <pc:docMk/>
            <pc:sldMk cId="3314549332" sldId="266"/>
            <ac:spMk id="30" creationId="{39CB0B4F-3ACA-AF65-57E1-BCC86F4A6417}"/>
          </ac:spMkLst>
        </pc:spChg>
        <pc:spChg chg="mod">
          <ac:chgData name="Mahadi Hasan Fardin" userId="04ff971fcf0e64ce" providerId="LiveId" clId="{F581DD9B-EDF1-4EB7-B19B-214A443056BA}" dt="2025-09-14T19:28:39.960" v="759"/>
          <ac:spMkLst>
            <pc:docMk/>
            <pc:sldMk cId="3314549332" sldId="266"/>
            <ac:spMk id="31" creationId="{BEE927F5-6300-06EA-C317-FFD6451CFEF9}"/>
          </ac:spMkLst>
        </pc:spChg>
        <pc:spChg chg="mod">
          <ac:chgData name="Mahadi Hasan Fardin" userId="04ff971fcf0e64ce" providerId="LiveId" clId="{F581DD9B-EDF1-4EB7-B19B-214A443056BA}" dt="2025-09-14T19:28:39.960" v="759"/>
          <ac:spMkLst>
            <pc:docMk/>
            <pc:sldMk cId="3314549332" sldId="266"/>
            <ac:spMk id="32" creationId="{29E16FA6-0310-1D78-E27E-6D33DF490B30}"/>
          </ac:spMkLst>
        </pc:spChg>
        <pc:spChg chg="mod">
          <ac:chgData name="Mahadi Hasan Fardin" userId="04ff971fcf0e64ce" providerId="LiveId" clId="{F581DD9B-EDF1-4EB7-B19B-214A443056BA}" dt="2025-09-14T19:28:39.960" v="759"/>
          <ac:spMkLst>
            <pc:docMk/>
            <pc:sldMk cId="3314549332" sldId="266"/>
            <ac:spMk id="33" creationId="{D3320001-53C8-B83C-3385-FA069B2868DE}"/>
          </ac:spMkLst>
        </pc:spChg>
        <pc:spChg chg="mod">
          <ac:chgData name="Mahadi Hasan Fardin" userId="04ff971fcf0e64ce" providerId="LiveId" clId="{F581DD9B-EDF1-4EB7-B19B-214A443056BA}" dt="2025-09-14T19:31:56.445" v="801"/>
          <ac:spMkLst>
            <pc:docMk/>
            <pc:sldMk cId="3314549332" sldId="266"/>
            <ac:spMk id="35" creationId="{4DA02A1B-2C31-B16E-AAE4-3E621E4E61C2}"/>
          </ac:spMkLst>
        </pc:spChg>
        <pc:spChg chg="mod">
          <ac:chgData name="Mahadi Hasan Fardin" userId="04ff971fcf0e64ce" providerId="LiveId" clId="{F581DD9B-EDF1-4EB7-B19B-214A443056BA}" dt="2025-09-14T19:31:56.445" v="801"/>
          <ac:spMkLst>
            <pc:docMk/>
            <pc:sldMk cId="3314549332" sldId="266"/>
            <ac:spMk id="36" creationId="{AB8ADE68-7670-3B98-92F1-2757591BB13D}"/>
          </ac:spMkLst>
        </pc:spChg>
        <pc:spChg chg="mod">
          <ac:chgData name="Mahadi Hasan Fardin" userId="04ff971fcf0e64ce" providerId="LiveId" clId="{F581DD9B-EDF1-4EB7-B19B-214A443056BA}" dt="2025-09-14T19:40:18.608" v="886" actId="1076"/>
          <ac:spMkLst>
            <pc:docMk/>
            <pc:sldMk cId="3314549332" sldId="266"/>
            <ac:spMk id="37" creationId="{EE59E15B-FF65-4939-3EE6-9978C46B5A18}"/>
          </ac:spMkLst>
        </pc:spChg>
        <pc:spChg chg="mod">
          <ac:chgData name="Mahadi Hasan Fardin" userId="04ff971fcf0e64ce" providerId="LiveId" clId="{F581DD9B-EDF1-4EB7-B19B-214A443056BA}" dt="2025-09-14T19:31:56.445" v="801"/>
          <ac:spMkLst>
            <pc:docMk/>
            <pc:sldMk cId="3314549332" sldId="266"/>
            <ac:spMk id="38" creationId="{D95BBAE7-0502-A3C0-5A5B-DF1F4C434249}"/>
          </ac:spMkLst>
        </pc:spChg>
        <pc:spChg chg="mod">
          <ac:chgData name="Mahadi Hasan Fardin" userId="04ff971fcf0e64ce" providerId="LiveId" clId="{F581DD9B-EDF1-4EB7-B19B-214A443056BA}" dt="2025-09-14T19:35:39.333" v="845" actId="1076"/>
          <ac:spMkLst>
            <pc:docMk/>
            <pc:sldMk cId="3314549332" sldId="266"/>
            <ac:spMk id="40" creationId="{49A453E1-550E-2BF7-FEF5-59D081F77EFF}"/>
          </ac:spMkLst>
        </pc:spChg>
        <pc:spChg chg="mod">
          <ac:chgData name="Mahadi Hasan Fardin" userId="04ff971fcf0e64ce" providerId="LiveId" clId="{F581DD9B-EDF1-4EB7-B19B-214A443056BA}" dt="2025-09-14T19:34:36.541" v="828"/>
          <ac:spMkLst>
            <pc:docMk/>
            <pc:sldMk cId="3314549332" sldId="266"/>
            <ac:spMk id="41" creationId="{8948F8BA-0A78-BE59-46D8-9364E51C560D}"/>
          </ac:spMkLst>
        </pc:spChg>
        <pc:spChg chg="mod">
          <ac:chgData name="Mahadi Hasan Fardin" userId="04ff971fcf0e64ce" providerId="LiveId" clId="{F581DD9B-EDF1-4EB7-B19B-214A443056BA}" dt="2025-09-14T19:34:42.151" v="830"/>
          <ac:spMkLst>
            <pc:docMk/>
            <pc:sldMk cId="3314549332" sldId="266"/>
            <ac:spMk id="42" creationId="{467ECD3D-AB27-1104-DC89-9113661B026B}"/>
          </ac:spMkLst>
        </pc:spChg>
        <pc:spChg chg="mod">
          <ac:chgData name="Mahadi Hasan Fardin" userId="04ff971fcf0e64ce" providerId="LiveId" clId="{F581DD9B-EDF1-4EB7-B19B-214A443056BA}" dt="2025-09-14T19:34:36.541" v="828"/>
          <ac:spMkLst>
            <pc:docMk/>
            <pc:sldMk cId="3314549332" sldId="266"/>
            <ac:spMk id="43" creationId="{5F6F9D98-9240-AC4F-D6C2-85E1A69AB881}"/>
          </ac:spMkLst>
        </pc:spChg>
        <pc:spChg chg="mod">
          <ac:chgData name="Mahadi Hasan Fardin" userId="04ff971fcf0e64ce" providerId="LiveId" clId="{F581DD9B-EDF1-4EB7-B19B-214A443056BA}" dt="2025-09-14T19:39:42.126" v="880"/>
          <ac:spMkLst>
            <pc:docMk/>
            <pc:sldMk cId="3314549332" sldId="266"/>
            <ac:spMk id="45" creationId="{FCE223A1-4305-11B0-1F9C-3A30CF03B837}"/>
          </ac:spMkLst>
        </pc:spChg>
        <pc:spChg chg="mod">
          <ac:chgData name="Mahadi Hasan Fardin" userId="04ff971fcf0e64ce" providerId="LiveId" clId="{F581DD9B-EDF1-4EB7-B19B-214A443056BA}" dt="2025-09-14T19:39:42.126" v="880"/>
          <ac:spMkLst>
            <pc:docMk/>
            <pc:sldMk cId="3314549332" sldId="266"/>
            <ac:spMk id="46" creationId="{74988F43-3769-126E-5B28-57D241CB5C70}"/>
          </ac:spMkLst>
        </pc:spChg>
        <pc:spChg chg="mod">
          <ac:chgData name="Mahadi Hasan Fardin" userId="04ff971fcf0e64ce" providerId="LiveId" clId="{F581DD9B-EDF1-4EB7-B19B-214A443056BA}" dt="2025-09-14T19:39:42.126" v="880"/>
          <ac:spMkLst>
            <pc:docMk/>
            <pc:sldMk cId="3314549332" sldId="266"/>
            <ac:spMk id="47" creationId="{7DA77EF7-D531-A2FD-8CAB-2911205AF681}"/>
          </ac:spMkLst>
        </pc:spChg>
        <pc:spChg chg="mod">
          <ac:chgData name="Mahadi Hasan Fardin" userId="04ff971fcf0e64ce" providerId="LiveId" clId="{F581DD9B-EDF1-4EB7-B19B-214A443056BA}" dt="2025-09-14T19:39:42.126" v="880"/>
          <ac:spMkLst>
            <pc:docMk/>
            <pc:sldMk cId="3314549332" sldId="266"/>
            <ac:spMk id="48" creationId="{1AD5D819-F4FE-C1DF-B918-DFCA672640FD}"/>
          </ac:spMkLst>
        </pc:spChg>
        <pc:grpChg chg="add del mod">
          <ac:chgData name="Mahadi Hasan Fardin" userId="04ff971fcf0e64ce" providerId="LiveId" clId="{F581DD9B-EDF1-4EB7-B19B-214A443056BA}" dt="2025-09-14T19:28:08.245" v="751" actId="478"/>
          <ac:grpSpMkLst>
            <pc:docMk/>
            <pc:sldMk cId="3314549332" sldId="266"/>
            <ac:grpSpMk id="19" creationId="{82730ECD-0EDC-D67B-8CAF-976FB9E17E79}"/>
          </ac:grpSpMkLst>
        </pc:grpChg>
        <pc:grpChg chg="add mod">
          <ac:chgData name="Mahadi Hasan Fardin" userId="04ff971fcf0e64ce" providerId="LiveId" clId="{F581DD9B-EDF1-4EB7-B19B-214A443056BA}" dt="2025-09-14T19:28:16.768" v="752"/>
          <ac:grpSpMkLst>
            <pc:docMk/>
            <pc:sldMk cId="3314549332" sldId="266"/>
            <ac:grpSpMk id="24" creationId="{7CE0B242-4364-63A8-848A-D108E05D4C9F}"/>
          </ac:grpSpMkLst>
        </pc:grpChg>
        <pc:grpChg chg="add del mod">
          <ac:chgData name="Mahadi Hasan Fardin" userId="04ff971fcf0e64ce" providerId="LiveId" clId="{F581DD9B-EDF1-4EB7-B19B-214A443056BA}" dt="2025-09-14T19:32:37.545" v="806" actId="478"/>
          <ac:grpSpMkLst>
            <pc:docMk/>
            <pc:sldMk cId="3314549332" sldId="266"/>
            <ac:grpSpMk id="29" creationId="{45F2FAC0-AA62-A859-72C7-BCFA692B5162}"/>
          </ac:grpSpMkLst>
        </pc:grpChg>
        <pc:grpChg chg="add mod">
          <ac:chgData name="Mahadi Hasan Fardin" userId="04ff971fcf0e64ce" providerId="LiveId" clId="{F581DD9B-EDF1-4EB7-B19B-214A443056BA}" dt="2025-09-14T19:33:43.682" v="816" actId="1076"/>
          <ac:grpSpMkLst>
            <pc:docMk/>
            <pc:sldMk cId="3314549332" sldId="266"/>
            <ac:grpSpMk id="34" creationId="{F2EFBFED-2296-C03F-8652-D27CD185C847}"/>
          </ac:grpSpMkLst>
        </pc:grpChg>
        <pc:grpChg chg="add del mod">
          <ac:chgData name="Mahadi Hasan Fardin" userId="04ff971fcf0e64ce" providerId="LiveId" clId="{F581DD9B-EDF1-4EB7-B19B-214A443056BA}" dt="2025-09-14T19:39:58.175" v="884" actId="478"/>
          <ac:grpSpMkLst>
            <pc:docMk/>
            <pc:sldMk cId="3314549332" sldId="266"/>
            <ac:grpSpMk id="39" creationId="{5E3C4147-E2C8-1514-195C-9279F70758AD}"/>
          </ac:grpSpMkLst>
        </pc:grpChg>
        <pc:grpChg chg="add mod">
          <ac:chgData name="Mahadi Hasan Fardin" userId="04ff971fcf0e64ce" providerId="LiveId" clId="{F581DD9B-EDF1-4EB7-B19B-214A443056BA}" dt="2025-09-14T19:40:00.194" v="885" actId="1076"/>
          <ac:grpSpMkLst>
            <pc:docMk/>
            <pc:sldMk cId="3314549332" sldId="266"/>
            <ac:grpSpMk id="44" creationId="{2B48285B-0DD2-C794-152E-E7A37CACA56D}"/>
          </ac:grpSpMkLst>
        </pc:grpChg>
        <pc:graphicFrameChg chg="add del mod modGraphic">
          <ac:chgData name="Mahadi Hasan Fardin" userId="04ff971fcf0e64ce" providerId="LiveId" clId="{F581DD9B-EDF1-4EB7-B19B-214A443056BA}" dt="2025-09-14T19:02:11.988" v="571" actId="1032"/>
          <ac:graphicFrameMkLst>
            <pc:docMk/>
            <pc:sldMk cId="3314549332" sldId="266"/>
            <ac:graphicFrameMk id="2" creationId="{CFA420FB-58DB-BAA7-BD29-80840CBD6FCC}"/>
          </ac:graphicFrameMkLst>
        </pc:graphicFrameChg>
        <pc:graphicFrameChg chg="add del modGraphic">
          <ac:chgData name="Mahadi Hasan Fardin" userId="04ff971fcf0e64ce" providerId="LiveId" clId="{F581DD9B-EDF1-4EB7-B19B-214A443056BA}" dt="2025-09-14T19:02:34.140" v="588" actId="1032"/>
          <ac:graphicFrameMkLst>
            <pc:docMk/>
            <pc:sldMk cId="3314549332" sldId="266"/>
            <ac:graphicFrameMk id="3" creationId="{41AAB15A-A986-2D63-1DB6-F0CE8E4C5CF1}"/>
          </ac:graphicFrameMkLst>
        </pc:graphicFrameChg>
        <pc:picChg chg="mod">
          <ac:chgData name="Mahadi Hasan Fardin" userId="04ff971fcf0e64ce" providerId="LiveId" clId="{F581DD9B-EDF1-4EB7-B19B-214A443056BA}" dt="2025-09-14T18:59:45.551" v="560" actId="1076"/>
          <ac:picMkLst>
            <pc:docMk/>
            <pc:sldMk cId="3314549332" sldId="266"/>
            <ac:picMk id="14" creationId="{B341AE95-86A9-0E0C-2424-5D00DC4CC989}"/>
          </ac:picMkLst>
        </pc:picChg>
      </pc:sldChg>
      <pc:sldChg chg="modSp add del mod">
        <pc:chgData name="Mahadi Hasan Fardin" userId="04ff971fcf0e64ce" providerId="LiveId" clId="{F581DD9B-EDF1-4EB7-B19B-214A443056BA}" dt="2025-09-14T19:18:43.539" v="665" actId="47"/>
        <pc:sldMkLst>
          <pc:docMk/>
          <pc:sldMk cId="1735170140" sldId="267"/>
        </pc:sldMkLst>
        <pc:spChg chg="mod">
          <ac:chgData name="Mahadi Hasan Fardin" userId="04ff971fcf0e64ce" providerId="LiveId" clId="{F581DD9B-EDF1-4EB7-B19B-214A443056BA}" dt="2025-09-14T19:17:38.838" v="661" actId="1076"/>
          <ac:spMkLst>
            <pc:docMk/>
            <pc:sldMk cId="1735170140" sldId="267"/>
            <ac:spMk id="9" creationId="{09BCB8AF-84AA-A5C4-30CA-21253520EA1C}"/>
          </ac:spMkLst>
        </pc:spChg>
      </pc:sldChg>
      <pc:sldChg chg="delSp modSp add del mod modAnim">
        <pc:chgData name="Mahadi Hasan Fardin" userId="04ff971fcf0e64ce" providerId="LiveId" clId="{F581DD9B-EDF1-4EB7-B19B-214A443056BA}" dt="2025-09-14T19:37:48.648" v="868" actId="47"/>
        <pc:sldMkLst>
          <pc:docMk/>
          <pc:sldMk cId="817440302" sldId="268"/>
        </pc:sldMkLst>
        <pc:spChg chg="mod">
          <ac:chgData name="Mahadi Hasan Fardin" userId="04ff971fcf0e64ce" providerId="LiveId" clId="{F581DD9B-EDF1-4EB7-B19B-214A443056BA}" dt="2025-09-14T19:19:20.093" v="670" actId="1076"/>
          <ac:spMkLst>
            <pc:docMk/>
            <pc:sldMk cId="817440302" sldId="268"/>
            <ac:spMk id="9" creationId="{4AB8939F-A9B7-9D94-9AF1-FFBF5300F80E}"/>
          </ac:spMkLst>
        </pc:spChg>
        <pc:spChg chg="del">
          <ac:chgData name="Mahadi Hasan Fardin" userId="04ff971fcf0e64ce" providerId="LiveId" clId="{F581DD9B-EDF1-4EB7-B19B-214A443056BA}" dt="2025-09-14T19:18:48.430" v="667" actId="478"/>
          <ac:spMkLst>
            <pc:docMk/>
            <pc:sldMk cId="817440302" sldId="268"/>
            <ac:spMk id="12" creationId="{537346A5-7212-53AF-958F-BD5091937487}"/>
          </ac:spMkLst>
        </pc:spChg>
        <pc:picChg chg="del">
          <ac:chgData name="Mahadi Hasan Fardin" userId="04ff971fcf0e64ce" providerId="LiveId" clId="{F581DD9B-EDF1-4EB7-B19B-214A443056BA}" dt="2025-09-14T19:18:45.393" v="666" actId="478"/>
          <ac:picMkLst>
            <pc:docMk/>
            <pc:sldMk cId="817440302" sldId="268"/>
            <ac:picMk id="14" creationId="{A7CA9D94-5E66-6CCA-8320-9457D9626950}"/>
          </ac:picMkLst>
        </pc:picChg>
      </pc:sldChg>
      <pc:sldChg chg="addSp delSp modSp add mod modAnim">
        <pc:chgData name="Mahadi Hasan Fardin" userId="04ff971fcf0e64ce" providerId="LiveId" clId="{F581DD9B-EDF1-4EB7-B19B-214A443056BA}" dt="2025-09-14T19:41:14.403" v="893" actId="1076"/>
        <pc:sldMkLst>
          <pc:docMk/>
          <pc:sldMk cId="3285485995" sldId="269"/>
        </pc:sldMkLst>
        <pc:spChg chg="mod">
          <ac:chgData name="Mahadi Hasan Fardin" userId="04ff971fcf0e64ce" providerId="LiveId" clId="{F581DD9B-EDF1-4EB7-B19B-214A443056BA}" dt="2025-09-14T19:35:54.983" v="852"/>
          <ac:spMkLst>
            <pc:docMk/>
            <pc:sldMk cId="3285485995" sldId="269"/>
            <ac:spMk id="6" creationId="{8508D6FE-3E8A-144A-C35F-27F00FD49946}"/>
          </ac:spMkLst>
        </pc:spChg>
        <pc:spChg chg="mod">
          <ac:chgData name="Mahadi Hasan Fardin" userId="04ff971fcf0e64ce" providerId="LiveId" clId="{F581DD9B-EDF1-4EB7-B19B-214A443056BA}" dt="2025-09-14T19:35:54.983" v="852"/>
          <ac:spMkLst>
            <pc:docMk/>
            <pc:sldMk cId="3285485995" sldId="269"/>
            <ac:spMk id="7" creationId="{1BE96655-8A62-D05C-2B74-195A1769BB9A}"/>
          </ac:spMkLst>
        </pc:spChg>
        <pc:spChg chg="mod">
          <ac:chgData name="Mahadi Hasan Fardin" userId="04ff971fcf0e64ce" providerId="LiveId" clId="{F581DD9B-EDF1-4EB7-B19B-214A443056BA}" dt="2025-09-14T19:35:54.983" v="852"/>
          <ac:spMkLst>
            <pc:docMk/>
            <pc:sldMk cId="3285485995" sldId="269"/>
            <ac:spMk id="8" creationId="{B3E25569-B1BD-8060-D068-0882C05B2294}"/>
          </ac:spMkLst>
        </pc:spChg>
        <pc:spChg chg="mod">
          <ac:chgData name="Mahadi Hasan Fardin" userId="04ff971fcf0e64ce" providerId="LiveId" clId="{F581DD9B-EDF1-4EB7-B19B-214A443056BA}" dt="2025-09-14T19:24:45.246" v="722" actId="164"/>
          <ac:spMkLst>
            <pc:docMk/>
            <pc:sldMk cId="3285485995" sldId="269"/>
            <ac:spMk id="9" creationId="{E1746E45-7A01-CA4A-FDD6-83F650780875}"/>
          </ac:spMkLst>
        </pc:spChg>
        <pc:spChg chg="mod">
          <ac:chgData name="Mahadi Hasan Fardin" userId="04ff971fcf0e64ce" providerId="LiveId" clId="{F581DD9B-EDF1-4EB7-B19B-214A443056BA}" dt="2025-09-14T19:35:54.983" v="852"/>
          <ac:spMkLst>
            <pc:docMk/>
            <pc:sldMk cId="3285485995" sldId="269"/>
            <ac:spMk id="11" creationId="{8C1474C7-F20C-3AD8-034B-BD5952990AB7}"/>
          </ac:spMkLst>
        </pc:spChg>
        <pc:spChg chg="del">
          <ac:chgData name="Mahadi Hasan Fardin" userId="04ff971fcf0e64ce" providerId="LiveId" clId="{F581DD9B-EDF1-4EB7-B19B-214A443056BA}" dt="2025-09-14T19:27:22.909" v="748" actId="478"/>
          <ac:spMkLst>
            <pc:docMk/>
            <pc:sldMk cId="3285485995" sldId="269"/>
            <ac:spMk id="12" creationId="{CB0331E2-5826-6486-3FB4-4D931B6CD3FA}"/>
          </ac:spMkLst>
        </pc:spChg>
        <pc:spChg chg="mod">
          <ac:chgData name="Mahadi Hasan Fardin" userId="04ff971fcf0e64ce" providerId="LiveId" clId="{F581DD9B-EDF1-4EB7-B19B-214A443056BA}" dt="2025-09-14T19:24:45.246" v="722" actId="164"/>
          <ac:spMkLst>
            <pc:docMk/>
            <pc:sldMk cId="3285485995" sldId="269"/>
            <ac:spMk id="13" creationId="{3BF713F5-8B1C-1C19-9D63-FDEF1F6D2A92}"/>
          </ac:spMkLst>
        </pc:spChg>
        <pc:spChg chg="mod">
          <ac:chgData name="Mahadi Hasan Fardin" userId="04ff971fcf0e64ce" providerId="LiveId" clId="{F581DD9B-EDF1-4EB7-B19B-214A443056BA}" dt="2025-09-14T19:26:59.023" v="742" actId="1076"/>
          <ac:spMkLst>
            <pc:docMk/>
            <pc:sldMk cId="3285485995" sldId="269"/>
            <ac:spMk id="15" creationId="{7D134399-97D6-741D-2414-6C484048AC71}"/>
          </ac:spMkLst>
        </pc:spChg>
        <pc:spChg chg="mod">
          <ac:chgData name="Mahadi Hasan Fardin" userId="04ff971fcf0e64ce" providerId="LiveId" clId="{F581DD9B-EDF1-4EB7-B19B-214A443056BA}" dt="2025-09-14T19:24:45.246" v="722" actId="164"/>
          <ac:spMkLst>
            <pc:docMk/>
            <pc:sldMk cId="3285485995" sldId="269"/>
            <ac:spMk id="17" creationId="{07189D32-FE27-D29A-D8E8-BCF39FF0CB41}"/>
          </ac:spMkLst>
        </pc:spChg>
        <pc:spChg chg="mod">
          <ac:chgData name="Mahadi Hasan Fardin" userId="04ff971fcf0e64ce" providerId="LiveId" clId="{F581DD9B-EDF1-4EB7-B19B-214A443056BA}" dt="2025-09-14T19:36:08.801" v="854"/>
          <ac:spMkLst>
            <pc:docMk/>
            <pc:sldMk cId="3285485995" sldId="269"/>
            <ac:spMk id="18" creationId="{1CB14A82-BBD0-FA11-331B-FB372B480F88}"/>
          </ac:spMkLst>
        </pc:spChg>
        <pc:spChg chg="mod">
          <ac:chgData name="Mahadi Hasan Fardin" userId="04ff971fcf0e64ce" providerId="LiveId" clId="{F581DD9B-EDF1-4EB7-B19B-214A443056BA}" dt="2025-09-14T19:36:08.801" v="854"/>
          <ac:spMkLst>
            <pc:docMk/>
            <pc:sldMk cId="3285485995" sldId="269"/>
            <ac:spMk id="19" creationId="{F933A8F7-10B7-0400-8768-51B79D6C02BE}"/>
          </ac:spMkLst>
        </pc:spChg>
        <pc:spChg chg="mod">
          <ac:chgData name="Mahadi Hasan Fardin" userId="04ff971fcf0e64ce" providerId="LiveId" clId="{F581DD9B-EDF1-4EB7-B19B-214A443056BA}" dt="2025-09-14T19:39:08.291" v="874" actId="1076"/>
          <ac:spMkLst>
            <pc:docMk/>
            <pc:sldMk cId="3285485995" sldId="269"/>
            <ac:spMk id="20" creationId="{6514DB8F-FED5-146D-4EB0-BD3BB6ED285E}"/>
          </ac:spMkLst>
        </pc:spChg>
        <pc:spChg chg="mod">
          <ac:chgData name="Mahadi Hasan Fardin" userId="04ff971fcf0e64ce" providerId="LiveId" clId="{F581DD9B-EDF1-4EB7-B19B-214A443056BA}" dt="2025-09-14T19:36:08.801" v="854"/>
          <ac:spMkLst>
            <pc:docMk/>
            <pc:sldMk cId="3285485995" sldId="269"/>
            <ac:spMk id="21" creationId="{B772C7AD-A41A-1643-C584-5FCE63335982}"/>
          </ac:spMkLst>
        </pc:spChg>
        <pc:spChg chg="mod">
          <ac:chgData name="Mahadi Hasan Fardin" userId="04ff971fcf0e64ce" providerId="LiveId" clId="{F581DD9B-EDF1-4EB7-B19B-214A443056BA}" dt="2025-09-14T19:36:48.646" v="860"/>
          <ac:spMkLst>
            <pc:docMk/>
            <pc:sldMk cId="3285485995" sldId="269"/>
            <ac:spMk id="23" creationId="{EA9E8E17-C687-9D0D-8B4F-6DFEBA25AF71}"/>
          </ac:spMkLst>
        </pc:spChg>
        <pc:spChg chg="mod">
          <ac:chgData name="Mahadi Hasan Fardin" userId="04ff971fcf0e64ce" providerId="LiveId" clId="{F581DD9B-EDF1-4EB7-B19B-214A443056BA}" dt="2025-09-14T19:36:48.646" v="860"/>
          <ac:spMkLst>
            <pc:docMk/>
            <pc:sldMk cId="3285485995" sldId="269"/>
            <ac:spMk id="24" creationId="{F6A59DF6-7536-276C-5FDD-A38ECDB62F16}"/>
          </ac:spMkLst>
        </pc:spChg>
        <pc:spChg chg="mod">
          <ac:chgData name="Mahadi Hasan Fardin" userId="04ff971fcf0e64ce" providerId="LiveId" clId="{F581DD9B-EDF1-4EB7-B19B-214A443056BA}" dt="2025-09-14T19:36:48.646" v="860"/>
          <ac:spMkLst>
            <pc:docMk/>
            <pc:sldMk cId="3285485995" sldId="269"/>
            <ac:spMk id="25" creationId="{A44DA5A6-381E-3266-48C1-A7AF8D973749}"/>
          </ac:spMkLst>
        </pc:spChg>
        <pc:spChg chg="mod">
          <ac:chgData name="Mahadi Hasan Fardin" userId="04ff971fcf0e64ce" providerId="LiveId" clId="{F581DD9B-EDF1-4EB7-B19B-214A443056BA}" dt="2025-09-14T19:36:48.646" v="860"/>
          <ac:spMkLst>
            <pc:docMk/>
            <pc:sldMk cId="3285485995" sldId="269"/>
            <ac:spMk id="26" creationId="{615C88E9-51E2-2289-5CEE-4F57916E82A4}"/>
          </ac:spMkLst>
        </pc:spChg>
        <pc:grpChg chg="add mod">
          <ac:chgData name="Mahadi Hasan Fardin" userId="04ff971fcf0e64ce" providerId="LiveId" clId="{F581DD9B-EDF1-4EB7-B19B-214A443056BA}" dt="2025-09-14T19:41:14.403" v="893" actId="1076"/>
          <ac:grpSpMkLst>
            <pc:docMk/>
            <pc:sldMk cId="3285485995" sldId="269"/>
            <ac:grpSpMk id="2" creationId="{BF083DEC-0FC8-992A-27C4-B0F1A2B335E0}"/>
          </ac:grpSpMkLst>
        </pc:grpChg>
        <pc:grpChg chg="add mod">
          <ac:chgData name="Mahadi Hasan Fardin" userId="04ff971fcf0e64ce" providerId="LiveId" clId="{F581DD9B-EDF1-4EB7-B19B-214A443056BA}" dt="2025-09-14T19:35:54.983" v="852"/>
          <ac:grpSpMkLst>
            <pc:docMk/>
            <pc:sldMk cId="3285485995" sldId="269"/>
            <ac:grpSpMk id="3" creationId="{9389A408-BA92-4E7D-C004-03B3023C3FF3}"/>
          </ac:grpSpMkLst>
        </pc:grpChg>
        <pc:grpChg chg="add mod">
          <ac:chgData name="Mahadi Hasan Fardin" userId="04ff971fcf0e64ce" providerId="LiveId" clId="{F581DD9B-EDF1-4EB7-B19B-214A443056BA}" dt="2025-09-14T19:36:43.750" v="859" actId="1076"/>
          <ac:grpSpMkLst>
            <pc:docMk/>
            <pc:sldMk cId="3285485995" sldId="269"/>
            <ac:grpSpMk id="16" creationId="{EA696886-34B5-1A0A-D7AA-F979E6012A0A}"/>
          </ac:grpSpMkLst>
        </pc:grpChg>
        <pc:grpChg chg="add mod">
          <ac:chgData name="Mahadi Hasan Fardin" userId="04ff971fcf0e64ce" providerId="LiveId" clId="{F581DD9B-EDF1-4EB7-B19B-214A443056BA}" dt="2025-09-14T19:37:19.802" v="866" actId="1076"/>
          <ac:grpSpMkLst>
            <pc:docMk/>
            <pc:sldMk cId="3285485995" sldId="269"/>
            <ac:grpSpMk id="22" creationId="{BDD7100E-7CEE-C299-F8D8-1127E476DB9B}"/>
          </ac:grpSpMkLst>
        </pc:grpChg>
        <pc:picChg chg="del">
          <ac:chgData name="Mahadi Hasan Fardin" userId="04ff971fcf0e64ce" providerId="LiveId" clId="{F581DD9B-EDF1-4EB7-B19B-214A443056BA}" dt="2025-09-14T19:25:20.751" v="727" actId="478"/>
          <ac:picMkLst>
            <pc:docMk/>
            <pc:sldMk cId="3285485995" sldId="269"/>
            <ac:picMk id="14" creationId="{ED1852CC-E8C6-FA1E-789E-ABE4D5204B6D}"/>
          </ac:picMkLst>
        </pc:picChg>
      </pc:sldChg>
      <pc:sldChg chg="addSp delSp modSp add mod modAnim">
        <pc:chgData name="Mahadi Hasan Fardin" userId="04ff971fcf0e64ce" providerId="LiveId" clId="{F581DD9B-EDF1-4EB7-B19B-214A443056BA}" dt="2025-09-14T19:42:25.815" v="897" actId="478"/>
        <pc:sldMkLst>
          <pc:docMk/>
          <pc:sldMk cId="4018636058" sldId="270"/>
        </pc:sldMkLst>
        <pc:spChg chg="mod">
          <ac:chgData name="Mahadi Hasan Fardin" userId="04ff971fcf0e64ce" providerId="LiveId" clId="{F581DD9B-EDF1-4EB7-B19B-214A443056BA}" dt="2025-09-14T19:38:12.648" v="869"/>
          <ac:spMkLst>
            <pc:docMk/>
            <pc:sldMk cId="4018636058" sldId="270"/>
            <ac:spMk id="6" creationId="{73C4C62D-691C-4C07-F1D5-8BBC79F182C4}"/>
          </ac:spMkLst>
        </pc:spChg>
        <pc:spChg chg="mod">
          <ac:chgData name="Mahadi Hasan Fardin" userId="04ff971fcf0e64ce" providerId="LiveId" clId="{F581DD9B-EDF1-4EB7-B19B-214A443056BA}" dt="2025-09-14T19:38:12.648" v="869"/>
          <ac:spMkLst>
            <pc:docMk/>
            <pc:sldMk cId="4018636058" sldId="270"/>
            <ac:spMk id="7" creationId="{0907CCB3-887F-AD31-53AF-545B0BD47536}"/>
          </ac:spMkLst>
        </pc:spChg>
        <pc:spChg chg="mod">
          <ac:chgData name="Mahadi Hasan Fardin" userId="04ff971fcf0e64ce" providerId="LiveId" clId="{F581DD9B-EDF1-4EB7-B19B-214A443056BA}" dt="2025-09-14T19:38:12.648" v="869"/>
          <ac:spMkLst>
            <pc:docMk/>
            <pc:sldMk cId="4018636058" sldId="270"/>
            <ac:spMk id="8" creationId="{C0C83CCB-65A2-3A19-E45F-1B1DBEF7D304}"/>
          </ac:spMkLst>
        </pc:spChg>
        <pc:spChg chg="mod">
          <ac:chgData name="Mahadi Hasan Fardin" userId="04ff971fcf0e64ce" providerId="LiveId" clId="{F581DD9B-EDF1-4EB7-B19B-214A443056BA}" dt="2025-09-14T19:38:12.648" v="869"/>
          <ac:spMkLst>
            <pc:docMk/>
            <pc:sldMk cId="4018636058" sldId="270"/>
            <ac:spMk id="11" creationId="{53AE2303-0F95-D9E8-57CC-A478F80E8157}"/>
          </ac:spMkLst>
        </pc:spChg>
        <pc:spChg chg="mod">
          <ac:chgData name="Mahadi Hasan Fardin" userId="04ff971fcf0e64ce" providerId="LiveId" clId="{F581DD9B-EDF1-4EB7-B19B-214A443056BA}" dt="2025-09-14T19:39:18.047" v="875"/>
          <ac:spMkLst>
            <pc:docMk/>
            <pc:sldMk cId="4018636058" sldId="270"/>
            <ac:spMk id="18" creationId="{77B0412B-DB29-5C0F-8252-1F8CA885FE69}"/>
          </ac:spMkLst>
        </pc:spChg>
        <pc:spChg chg="mod">
          <ac:chgData name="Mahadi Hasan Fardin" userId="04ff971fcf0e64ce" providerId="LiveId" clId="{F581DD9B-EDF1-4EB7-B19B-214A443056BA}" dt="2025-09-14T19:39:18.047" v="875"/>
          <ac:spMkLst>
            <pc:docMk/>
            <pc:sldMk cId="4018636058" sldId="270"/>
            <ac:spMk id="19" creationId="{CC2D5CB7-8F7B-2CAA-7EF7-D9450512D3A6}"/>
          </ac:spMkLst>
        </pc:spChg>
        <pc:spChg chg="mod">
          <ac:chgData name="Mahadi Hasan Fardin" userId="04ff971fcf0e64ce" providerId="LiveId" clId="{F581DD9B-EDF1-4EB7-B19B-214A443056BA}" dt="2025-09-14T19:39:18.047" v="875"/>
          <ac:spMkLst>
            <pc:docMk/>
            <pc:sldMk cId="4018636058" sldId="270"/>
            <ac:spMk id="20" creationId="{57C2953D-DE18-A345-741F-BEA848B2319F}"/>
          </ac:spMkLst>
        </pc:spChg>
        <pc:spChg chg="mod">
          <ac:chgData name="Mahadi Hasan Fardin" userId="04ff971fcf0e64ce" providerId="LiveId" clId="{F581DD9B-EDF1-4EB7-B19B-214A443056BA}" dt="2025-09-14T19:39:18.047" v="875"/>
          <ac:spMkLst>
            <pc:docMk/>
            <pc:sldMk cId="4018636058" sldId="270"/>
            <ac:spMk id="21" creationId="{2D4C4374-C871-B73F-FCCE-F20DC2841C7E}"/>
          </ac:spMkLst>
        </pc:spChg>
        <pc:grpChg chg="add del mod">
          <ac:chgData name="Mahadi Hasan Fardin" userId="04ff971fcf0e64ce" providerId="LiveId" clId="{F581DD9B-EDF1-4EB7-B19B-214A443056BA}" dt="2025-09-14T19:39:33.426" v="878" actId="478"/>
          <ac:grpSpMkLst>
            <pc:docMk/>
            <pc:sldMk cId="4018636058" sldId="270"/>
            <ac:grpSpMk id="3" creationId="{4E38C222-07F1-88C9-4FC4-FDF5102BB04A}"/>
          </ac:grpSpMkLst>
        </pc:grpChg>
        <pc:grpChg chg="add mod">
          <ac:chgData name="Mahadi Hasan Fardin" userId="04ff971fcf0e64ce" providerId="LiveId" clId="{F581DD9B-EDF1-4EB7-B19B-214A443056BA}" dt="2025-09-14T19:39:37.163" v="879" actId="1076"/>
          <ac:grpSpMkLst>
            <pc:docMk/>
            <pc:sldMk cId="4018636058" sldId="270"/>
            <ac:grpSpMk id="16" creationId="{1194B3B3-2E3F-255D-8113-84ACA927B05A}"/>
          </ac:grpSpMkLst>
        </pc:grpChg>
        <pc:picChg chg="del">
          <ac:chgData name="Mahadi Hasan Fardin" userId="04ff971fcf0e64ce" providerId="LiveId" clId="{F581DD9B-EDF1-4EB7-B19B-214A443056BA}" dt="2025-09-14T19:42:25.815" v="897" actId="478"/>
          <ac:picMkLst>
            <pc:docMk/>
            <pc:sldMk cId="4018636058" sldId="270"/>
            <ac:picMk id="14" creationId="{4D739CCC-31F6-3D14-93EF-48440523FE61}"/>
          </ac:picMkLst>
        </pc:picChg>
      </pc:sldChg>
      <pc:sldChg chg="addSp delSp modSp add del mod">
        <pc:chgData name="Mahadi Hasan Fardin" userId="04ff971fcf0e64ce" providerId="LiveId" clId="{F581DD9B-EDF1-4EB7-B19B-214A443056BA}" dt="2025-09-14T19:35:45.144" v="851" actId="2890"/>
        <pc:sldMkLst>
          <pc:docMk/>
          <pc:sldMk cId="175957004" sldId="271"/>
        </pc:sldMkLst>
        <pc:spChg chg="mod">
          <ac:chgData name="Mahadi Hasan Fardin" userId="04ff971fcf0e64ce" providerId="LiveId" clId="{F581DD9B-EDF1-4EB7-B19B-214A443056BA}" dt="2025-09-14T19:35:42.210" v="847" actId="1076"/>
          <ac:spMkLst>
            <pc:docMk/>
            <pc:sldMk cId="175957004" sldId="271"/>
            <ac:spMk id="42" creationId="{87262294-E281-1BE9-0AC4-55EBAA8ACE06}"/>
          </ac:spMkLst>
        </pc:spChg>
        <pc:grpChg chg="add del mod">
          <ac:chgData name="Mahadi Hasan Fardin" userId="04ff971fcf0e64ce" providerId="LiveId" clId="{F581DD9B-EDF1-4EB7-B19B-214A443056BA}" dt="2025-09-14T19:35:43.556" v="849" actId="1076"/>
          <ac:grpSpMkLst>
            <pc:docMk/>
            <pc:sldMk cId="175957004" sldId="271"/>
            <ac:grpSpMk id="34" creationId="{34A047CC-4B5E-4E12-6A49-2F1457716F6B}"/>
          </ac:grpSpMkLst>
        </pc:grpChg>
        <pc:grpChg chg="mod">
          <ac:chgData name="Mahadi Hasan Fardin" userId="04ff971fcf0e64ce" providerId="LiveId" clId="{F581DD9B-EDF1-4EB7-B19B-214A443056BA}" dt="2025-09-14T19:35:44.546" v="850" actId="1076"/>
          <ac:grpSpMkLst>
            <pc:docMk/>
            <pc:sldMk cId="175957004" sldId="271"/>
            <ac:grpSpMk id="39" creationId="{64E1E92F-54AC-055B-EFB6-627C3806BD10}"/>
          </ac:grpSpMkLst>
        </pc:grpChg>
      </pc:sldChg>
      <pc:sldChg chg="addSp delSp modSp add mod modAnim">
        <pc:chgData name="Mahadi Hasan Fardin" userId="04ff971fcf0e64ce" providerId="LiveId" clId="{F581DD9B-EDF1-4EB7-B19B-214A443056BA}" dt="2025-09-14T19:58:41.636" v="1052" actId="207"/>
        <pc:sldMkLst>
          <pc:docMk/>
          <pc:sldMk cId="1384831549" sldId="271"/>
        </pc:sldMkLst>
        <pc:spChg chg="add">
          <ac:chgData name="Mahadi Hasan Fardin" userId="04ff971fcf0e64ce" providerId="LiveId" clId="{F581DD9B-EDF1-4EB7-B19B-214A443056BA}" dt="2025-09-14T19:44:50.253" v="908"/>
          <ac:spMkLst>
            <pc:docMk/>
            <pc:sldMk cId="1384831549" sldId="271"/>
            <ac:spMk id="3" creationId="{C2CD9368-DAC7-75BD-3C9E-AC402B520277}"/>
          </ac:spMkLst>
        </pc:spChg>
        <pc:spChg chg="del mod">
          <ac:chgData name="Mahadi Hasan Fardin" userId="04ff971fcf0e64ce" providerId="LiveId" clId="{F581DD9B-EDF1-4EB7-B19B-214A443056BA}" dt="2025-09-14T19:53:14.827" v="986" actId="478"/>
          <ac:spMkLst>
            <pc:docMk/>
            <pc:sldMk cId="1384831549" sldId="271"/>
            <ac:spMk id="4" creationId="{CAC19F36-E264-4BFD-2BFA-76867738D2D4}"/>
          </ac:spMkLst>
        </pc:spChg>
        <pc:spChg chg="add del mod">
          <ac:chgData name="Mahadi Hasan Fardin" userId="04ff971fcf0e64ce" providerId="LiveId" clId="{F581DD9B-EDF1-4EB7-B19B-214A443056BA}" dt="2025-09-14T19:53:14.827" v="986" actId="478"/>
          <ac:spMkLst>
            <pc:docMk/>
            <pc:sldMk cId="1384831549" sldId="271"/>
            <ac:spMk id="5" creationId="{CFA51DF0-8DA5-95D2-A384-79CD8A544352}"/>
          </ac:spMkLst>
        </pc:spChg>
        <pc:spChg chg="add mod">
          <ac:chgData name="Mahadi Hasan Fardin" userId="04ff971fcf0e64ce" providerId="LiveId" clId="{F581DD9B-EDF1-4EB7-B19B-214A443056BA}" dt="2025-09-14T19:48:43.937" v="947" actId="164"/>
          <ac:spMkLst>
            <pc:docMk/>
            <pc:sldMk cId="1384831549" sldId="271"/>
            <ac:spMk id="6" creationId="{0F440FD6-E4B5-B318-2C00-31F6421527D9}"/>
          </ac:spMkLst>
        </pc:spChg>
        <pc:spChg chg="add del mod">
          <ac:chgData name="Mahadi Hasan Fardin" userId="04ff971fcf0e64ce" providerId="LiveId" clId="{F581DD9B-EDF1-4EB7-B19B-214A443056BA}" dt="2025-09-14T19:53:14.827" v="986" actId="478"/>
          <ac:spMkLst>
            <pc:docMk/>
            <pc:sldMk cId="1384831549" sldId="271"/>
            <ac:spMk id="8" creationId="{36E763C7-3E72-2133-E45C-719F7254BBCC}"/>
          </ac:spMkLst>
        </pc:spChg>
        <pc:spChg chg="add del mod">
          <ac:chgData name="Mahadi Hasan Fardin" userId="04ff971fcf0e64ce" providerId="LiveId" clId="{F581DD9B-EDF1-4EB7-B19B-214A443056BA}" dt="2025-09-14T19:53:14.827" v="986" actId="478"/>
          <ac:spMkLst>
            <pc:docMk/>
            <pc:sldMk cId="1384831549" sldId="271"/>
            <ac:spMk id="10" creationId="{FFC82512-7B12-6375-DC38-5D0C180FEB66}"/>
          </ac:spMkLst>
        </pc:spChg>
        <pc:spChg chg="add mod">
          <ac:chgData name="Mahadi Hasan Fardin" userId="04ff971fcf0e64ce" providerId="LiveId" clId="{F581DD9B-EDF1-4EB7-B19B-214A443056BA}" dt="2025-09-14T19:47:16.077" v="926" actId="571"/>
          <ac:spMkLst>
            <pc:docMk/>
            <pc:sldMk cId="1384831549" sldId="271"/>
            <ac:spMk id="11" creationId="{179DD610-C9CC-770D-D13D-C1A47D1902C2}"/>
          </ac:spMkLst>
        </pc:spChg>
        <pc:spChg chg="del">
          <ac:chgData name="Mahadi Hasan Fardin" userId="04ff971fcf0e64ce" providerId="LiveId" clId="{F581DD9B-EDF1-4EB7-B19B-214A443056BA}" dt="2025-09-14T19:43:41.135" v="904" actId="478"/>
          <ac:spMkLst>
            <pc:docMk/>
            <pc:sldMk cId="1384831549" sldId="271"/>
            <ac:spMk id="12" creationId="{610E331C-BC9E-FCDC-8C51-9FDB6843E2F1}"/>
          </ac:spMkLst>
        </pc:spChg>
        <pc:spChg chg="add mod">
          <ac:chgData name="Mahadi Hasan Fardin" userId="04ff971fcf0e64ce" providerId="LiveId" clId="{F581DD9B-EDF1-4EB7-B19B-214A443056BA}" dt="2025-09-14T19:47:22.190" v="929" actId="571"/>
          <ac:spMkLst>
            <pc:docMk/>
            <pc:sldMk cId="1384831549" sldId="271"/>
            <ac:spMk id="14" creationId="{86C5CBFE-BE1A-6C6C-A44C-412195B0DFED}"/>
          </ac:spMkLst>
        </pc:spChg>
        <pc:spChg chg="add mod">
          <ac:chgData name="Mahadi Hasan Fardin" userId="04ff971fcf0e64ce" providerId="LiveId" clId="{F581DD9B-EDF1-4EB7-B19B-214A443056BA}" dt="2025-09-14T19:48:43.937" v="947" actId="164"/>
          <ac:spMkLst>
            <pc:docMk/>
            <pc:sldMk cId="1384831549" sldId="271"/>
            <ac:spMk id="22" creationId="{8E9AF681-D1FF-D599-21D7-3F0EE74B74ED}"/>
          </ac:spMkLst>
        </pc:spChg>
        <pc:spChg chg="add mod">
          <ac:chgData name="Mahadi Hasan Fardin" userId="04ff971fcf0e64ce" providerId="LiveId" clId="{F581DD9B-EDF1-4EB7-B19B-214A443056BA}" dt="2025-09-14T19:50:05.872" v="962" actId="123"/>
          <ac:spMkLst>
            <pc:docMk/>
            <pc:sldMk cId="1384831549" sldId="271"/>
            <ac:spMk id="23" creationId="{C7D79A46-0DEA-3F39-15B7-ABA699C6CB2E}"/>
          </ac:spMkLst>
        </pc:spChg>
        <pc:spChg chg="mod">
          <ac:chgData name="Mahadi Hasan Fardin" userId="04ff971fcf0e64ce" providerId="LiveId" clId="{F581DD9B-EDF1-4EB7-B19B-214A443056BA}" dt="2025-09-14T19:49:49.483" v="960" actId="2711"/>
          <ac:spMkLst>
            <pc:docMk/>
            <pc:sldMk cId="1384831549" sldId="271"/>
            <ac:spMk id="26" creationId="{F35607BD-F848-B529-8E3F-3D67F3C4BB9C}"/>
          </ac:spMkLst>
        </pc:spChg>
        <pc:spChg chg="mod">
          <ac:chgData name="Mahadi Hasan Fardin" userId="04ff971fcf0e64ce" providerId="LiveId" clId="{F581DD9B-EDF1-4EB7-B19B-214A443056BA}" dt="2025-09-14T19:49:49.483" v="960" actId="2711"/>
          <ac:spMkLst>
            <pc:docMk/>
            <pc:sldMk cId="1384831549" sldId="271"/>
            <ac:spMk id="27" creationId="{C6930E8A-911E-5AFE-498C-A0F770E43F49}"/>
          </ac:spMkLst>
        </pc:spChg>
        <pc:spChg chg="mod">
          <ac:chgData name="Mahadi Hasan Fardin" userId="04ff971fcf0e64ce" providerId="LiveId" clId="{F581DD9B-EDF1-4EB7-B19B-214A443056BA}" dt="2025-09-14T19:50:03.921" v="961" actId="123"/>
          <ac:spMkLst>
            <pc:docMk/>
            <pc:sldMk cId="1384831549" sldId="271"/>
            <ac:spMk id="28" creationId="{D654B862-5CFD-06A0-91F0-8B3C6817AF7C}"/>
          </ac:spMkLst>
        </pc:spChg>
        <pc:spChg chg="mod">
          <ac:chgData name="Mahadi Hasan Fardin" userId="04ff971fcf0e64ce" providerId="LiveId" clId="{F581DD9B-EDF1-4EB7-B19B-214A443056BA}" dt="2025-09-14T19:48:52.526" v="950"/>
          <ac:spMkLst>
            <pc:docMk/>
            <pc:sldMk cId="1384831549" sldId="271"/>
            <ac:spMk id="30" creationId="{FE3EE2F6-7C10-D916-0330-811293229571}"/>
          </ac:spMkLst>
        </pc:spChg>
        <pc:spChg chg="mod">
          <ac:chgData name="Mahadi Hasan Fardin" userId="04ff971fcf0e64ce" providerId="LiveId" clId="{F581DD9B-EDF1-4EB7-B19B-214A443056BA}" dt="2025-09-14T19:48:52.526" v="950"/>
          <ac:spMkLst>
            <pc:docMk/>
            <pc:sldMk cId="1384831549" sldId="271"/>
            <ac:spMk id="31" creationId="{30906BF0-9ECA-45C8-8B53-59B181E3D248}"/>
          </ac:spMkLst>
        </pc:spChg>
        <pc:spChg chg="mod">
          <ac:chgData name="Mahadi Hasan Fardin" userId="04ff971fcf0e64ce" providerId="LiveId" clId="{F581DD9B-EDF1-4EB7-B19B-214A443056BA}" dt="2025-09-14T19:48:52.526" v="950"/>
          <ac:spMkLst>
            <pc:docMk/>
            <pc:sldMk cId="1384831549" sldId="271"/>
            <ac:spMk id="32" creationId="{2E2373C1-DD74-5104-B6FB-792EC630F022}"/>
          </ac:spMkLst>
        </pc:spChg>
        <pc:spChg chg="mod">
          <ac:chgData name="Mahadi Hasan Fardin" userId="04ff971fcf0e64ce" providerId="LiveId" clId="{F581DD9B-EDF1-4EB7-B19B-214A443056BA}" dt="2025-09-14T19:49:49.483" v="960" actId="2711"/>
          <ac:spMkLst>
            <pc:docMk/>
            <pc:sldMk cId="1384831549" sldId="271"/>
            <ac:spMk id="34" creationId="{3379F648-0C6D-E7F3-B7DA-D03C2C3F3219}"/>
          </ac:spMkLst>
        </pc:spChg>
        <pc:spChg chg="mod">
          <ac:chgData name="Mahadi Hasan Fardin" userId="04ff971fcf0e64ce" providerId="LiveId" clId="{F581DD9B-EDF1-4EB7-B19B-214A443056BA}" dt="2025-09-14T19:49:49.483" v="960" actId="2711"/>
          <ac:spMkLst>
            <pc:docMk/>
            <pc:sldMk cId="1384831549" sldId="271"/>
            <ac:spMk id="35" creationId="{B82C9EA9-930A-8BB2-8769-9308197AC9D2}"/>
          </ac:spMkLst>
        </pc:spChg>
        <pc:spChg chg="mod">
          <ac:chgData name="Mahadi Hasan Fardin" userId="04ff971fcf0e64ce" providerId="LiveId" clId="{F581DD9B-EDF1-4EB7-B19B-214A443056BA}" dt="2025-09-14T19:50:07.537" v="963" actId="123"/>
          <ac:spMkLst>
            <pc:docMk/>
            <pc:sldMk cId="1384831549" sldId="271"/>
            <ac:spMk id="36" creationId="{215E9590-F489-4430-1693-23788DDCB5CE}"/>
          </ac:spMkLst>
        </pc:spChg>
        <pc:spChg chg="add mod">
          <ac:chgData name="Mahadi Hasan Fardin" userId="04ff971fcf0e64ce" providerId="LiveId" clId="{F581DD9B-EDF1-4EB7-B19B-214A443056BA}" dt="2025-09-14T19:58:41.636" v="1052" actId="207"/>
          <ac:spMkLst>
            <pc:docMk/>
            <pc:sldMk cId="1384831549" sldId="271"/>
            <ac:spMk id="37" creationId="{7DEC9176-A981-1E56-D3BC-B2326CAE4E4A}"/>
          </ac:spMkLst>
        </pc:spChg>
        <pc:spChg chg="add mod">
          <ac:chgData name="Mahadi Hasan Fardin" userId="04ff971fcf0e64ce" providerId="LiveId" clId="{F581DD9B-EDF1-4EB7-B19B-214A443056BA}" dt="2025-09-14T19:54:27.487" v="1004" actId="767"/>
          <ac:spMkLst>
            <pc:docMk/>
            <pc:sldMk cId="1384831549" sldId="271"/>
            <ac:spMk id="38" creationId="{FA1E0885-5BA4-A21B-538E-0D3B6F764CD7}"/>
          </ac:spMkLst>
        </pc:spChg>
        <pc:spChg chg="add mod">
          <ac:chgData name="Mahadi Hasan Fardin" userId="04ff971fcf0e64ce" providerId="LiveId" clId="{F581DD9B-EDF1-4EB7-B19B-214A443056BA}" dt="2025-09-14T19:56:50.793" v="1042" actId="1076"/>
          <ac:spMkLst>
            <pc:docMk/>
            <pc:sldMk cId="1384831549" sldId="271"/>
            <ac:spMk id="39" creationId="{0AFCE6A6-7FE3-19EA-E556-EC681976B17C}"/>
          </ac:spMkLst>
        </pc:spChg>
        <pc:spChg chg="add mod">
          <ac:chgData name="Mahadi Hasan Fardin" userId="04ff971fcf0e64ce" providerId="LiveId" clId="{F581DD9B-EDF1-4EB7-B19B-214A443056BA}" dt="2025-09-14T19:54:32.251" v="1006"/>
          <ac:spMkLst>
            <pc:docMk/>
            <pc:sldMk cId="1384831549" sldId="271"/>
            <ac:spMk id="40" creationId="{306484CA-8C40-B88E-7F6F-552B0F7AC875}"/>
          </ac:spMkLst>
        </pc:spChg>
        <pc:spChg chg="add mod">
          <ac:chgData name="Mahadi Hasan Fardin" userId="04ff971fcf0e64ce" providerId="LiveId" clId="{F581DD9B-EDF1-4EB7-B19B-214A443056BA}" dt="2025-09-14T19:56:50.793" v="1042" actId="1076"/>
          <ac:spMkLst>
            <pc:docMk/>
            <pc:sldMk cId="1384831549" sldId="271"/>
            <ac:spMk id="41" creationId="{1C969D35-4852-6D8C-EFF5-E7BCF010A02A}"/>
          </ac:spMkLst>
        </pc:spChg>
        <pc:grpChg chg="add del mod">
          <ac:chgData name="Mahadi Hasan Fardin" userId="04ff971fcf0e64ce" providerId="LiveId" clId="{F581DD9B-EDF1-4EB7-B19B-214A443056BA}" dt="2025-09-14T19:53:20.411" v="988" actId="478"/>
          <ac:grpSpMkLst>
            <pc:docMk/>
            <pc:sldMk cId="1384831549" sldId="271"/>
            <ac:grpSpMk id="2" creationId="{CC1DC95A-57A5-4B68-9649-D2E65E47A5DC}"/>
          </ac:grpSpMkLst>
        </pc:grpChg>
        <pc:grpChg chg="del">
          <ac:chgData name="Mahadi Hasan Fardin" userId="04ff971fcf0e64ce" providerId="LiveId" clId="{F581DD9B-EDF1-4EB7-B19B-214A443056BA}" dt="2025-09-14T19:42:34.486" v="899" actId="478"/>
          <ac:grpSpMkLst>
            <pc:docMk/>
            <pc:sldMk cId="1384831549" sldId="271"/>
            <ac:grpSpMk id="16" creationId="{B249D375-8DDF-2B2F-47D9-1EEBD39AE898}"/>
          </ac:grpSpMkLst>
        </pc:grpChg>
        <pc:grpChg chg="add del mod">
          <ac:chgData name="Mahadi Hasan Fardin" userId="04ff971fcf0e64ce" providerId="LiveId" clId="{F581DD9B-EDF1-4EB7-B19B-214A443056BA}" dt="2025-09-14T19:53:14.827" v="986" actId="478"/>
          <ac:grpSpMkLst>
            <pc:docMk/>
            <pc:sldMk cId="1384831549" sldId="271"/>
            <ac:grpSpMk id="24" creationId="{6D12C6E4-E2E4-3910-D838-2648D7C82EC1}"/>
          </ac:grpSpMkLst>
        </pc:grpChg>
        <pc:grpChg chg="add del mod">
          <ac:chgData name="Mahadi Hasan Fardin" userId="04ff971fcf0e64ce" providerId="LiveId" clId="{F581DD9B-EDF1-4EB7-B19B-214A443056BA}" dt="2025-09-14T19:53:14.827" v="986" actId="478"/>
          <ac:grpSpMkLst>
            <pc:docMk/>
            <pc:sldMk cId="1384831549" sldId="271"/>
            <ac:grpSpMk id="25" creationId="{D56A8874-F237-B14F-4BF3-17A16296F121}"/>
          </ac:grpSpMkLst>
        </pc:grpChg>
        <pc:grpChg chg="add mod">
          <ac:chgData name="Mahadi Hasan Fardin" userId="04ff971fcf0e64ce" providerId="LiveId" clId="{F581DD9B-EDF1-4EB7-B19B-214A443056BA}" dt="2025-09-14T19:48:52.526" v="950"/>
          <ac:grpSpMkLst>
            <pc:docMk/>
            <pc:sldMk cId="1384831549" sldId="271"/>
            <ac:grpSpMk id="29" creationId="{41282E7B-F63B-1DD5-7218-ECE3552FC851}"/>
          </ac:grpSpMkLst>
        </pc:grpChg>
        <pc:grpChg chg="add del mod">
          <ac:chgData name="Mahadi Hasan Fardin" userId="04ff971fcf0e64ce" providerId="LiveId" clId="{F581DD9B-EDF1-4EB7-B19B-214A443056BA}" dt="2025-09-14T19:53:14.827" v="986" actId="478"/>
          <ac:grpSpMkLst>
            <pc:docMk/>
            <pc:sldMk cId="1384831549" sldId="271"/>
            <ac:grpSpMk id="33" creationId="{B59AA541-5AB5-ECAF-4DF1-D554417584B9}"/>
          </ac:grpSpMkLst>
        </pc:grpChg>
        <pc:picChg chg="add del mod">
          <ac:chgData name="Mahadi Hasan Fardin" userId="04ff971fcf0e64ce" providerId="LiveId" clId="{F581DD9B-EDF1-4EB7-B19B-214A443056BA}" dt="2025-09-14T19:53:14.827" v="986" actId="478"/>
          <ac:picMkLst>
            <pc:docMk/>
            <pc:sldMk cId="1384831549" sldId="271"/>
            <ac:picMk id="6146" creationId="{054E9AC2-FEB4-C7F7-AC60-8D693E3DF678}"/>
          </ac:picMkLst>
        </pc:picChg>
        <pc:picChg chg="add">
          <ac:chgData name="Mahadi Hasan Fardin" userId="04ff971fcf0e64ce" providerId="LiveId" clId="{F581DD9B-EDF1-4EB7-B19B-214A443056BA}" dt="2025-09-14T19:44:50.253" v="908"/>
          <ac:picMkLst>
            <pc:docMk/>
            <pc:sldMk cId="1384831549" sldId="271"/>
            <ac:picMk id="6148" creationId="{A593F61D-C0BB-E1AF-0C2B-58E405A4CC00}"/>
          </ac:picMkLst>
        </pc:picChg>
      </pc:sldChg>
      <pc:sldChg chg="add del">
        <pc:chgData name="Mahadi Hasan Fardin" userId="04ff971fcf0e64ce" providerId="LiveId" clId="{F581DD9B-EDF1-4EB7-B19B-214A443056BA}" dt="2025-09-14T19:37:45.509" v="867" actId="47"/>
        <pc:sldMkLst>
          <pc:docMk/>
          <pc:sldMk cId="4086419221" sldId="271"/>
        </pc:sldMkLst>
      </pc:sldChg>
      <pc:sldChg chg="add ord modAnim">
        <pc:chgData name="Mahadi Hasan Fardin" userId="04ff971fcf0e64ce" providerId="LiveId" clId="{F581DD9B-EDF1-4EB7-B19B-214A443056BA}" dt="2025-09-14T19:53:00.783" v="985"/>
        <pc:sldMkLst>
          <pc:docMk/>
          <pc:sldMk cId="3477763596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CC2B-9748-EF3A-6B3D-542CFD5E6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71D33-C925-AF56-D7CD-9F154A27C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0EE6C-FEDB-ACEA-BBE7-2BAA7FF2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12D8-BCF7-403A-BE7A-6365268E013B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1FEE1-9D0B-53D1-683C-00B13F030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E386D-0898-061C-00B4-BE1E1D7D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020C-3F1C-41EB-88A4-CE54192F2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0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8D281-B83F-9E7E-72D8-A1E9CCD2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8F6D1-8327-A9F6-F2DB-C7DBCE73D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D581A-D2B3-97CA-52AC-E0F49B90F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12D8-BCF7-403A-BE7A-6365268E013B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7037B-455D-B5CC-B27C-9DAB449A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F556B-CF17-9C01-3928-764306C90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020C-3F1C-41EB-88A4-CE54192F2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0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A0D7-5F75-FFEC-8544-C38D2C3E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6E2A0-4540-B1F9-709A-9D616DCC9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F1C0-6145-6013-1441-F1B8CEF2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12D8-BCF7-403A-BE7A-6365268E013B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D0831-8C4E-CFED-A5E4-A8EE079F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D5DDA-FEC8-FEE7-13E6-CE38C5E5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020C-3F1C-41EB-88A4-CE54192F2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325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6E3E2-288E-3DDC-E9CB-829A09A4C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FD3A3-CCA2-3303-B1BB-A05594EC8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3E233-F7BF-D99A-FF86-6FEB90E25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06CC8-6664-489B-3780-1B9AA4784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12D8-BCF7-403A-BE7A-6365268E013B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A595E-3FE7-A9C1-2720-912371D8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79467-1332-937E-E58C-28B7FA3A4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020C-3F1C-41EB-88A4-CE54192F2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143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3045-4877-4B32-A247-8B5DCE327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E6958-B98F-BEE4-7DCA-98AC6788D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C7F79-3999-5095-B35C-0174B72CF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B15821-E5CB-EA8E-3C9D-2B021A957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56E46-1A5E-B871-2692-B7D3AEACF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16523F-AC22-8D32-866E-49D3B020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12D8-BCF7-403A-BE7A-6365268E013B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74001-7D8F-9FD8-4A64-067F8550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B55B0-CA80-D6C7-BA8A-CA0929C7E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020C-3F1C-41EB-88A4-CE54192F2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190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FE3C9-B4F9-A97E-797B-9569EDB1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F96473-E72D-405C-1BAF-D9C567EC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12D8-BCF7-403A-BE7A-6365268E013B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7B12E-B19A-776F-4DA9-AEE7D9C85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0D85B-3239-CD73-A859-68B4D2F9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020C-3F1C-41EB-88A4-CE54192F2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72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17E157-7CCE-C6E6-3CEB-B22485DAD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12D8-BCF7-403A-BE7A-6365268E013B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EC582-3B72-7E17-22BB-330ADE7A9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00E4A-B790-C1D3-503D-F98B3EA7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020C-3F1C-41EB-88A4-CE54192F2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897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2A35-ED92-26F2-3FF8-DBAEA35BC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E2AA0-F175-04C4-73BC-0DE8313F9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86D90-40CB-1F93-2742-6C23B1C88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58B74-165C-7EA5-409D-516FE4FE7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12D8-BCF7-403A-BE7A-6365268E013B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5FF45-3726-1F77-2112-7A1F4D99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F5D74-C278-F738-DE22-00B185AB7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020C-3F1C-41EB-88A4-CE54192F2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83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AAB5-D8B3-BB0C-2CE7-1651405E8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08FEB-BD8E-523B-DD8B-AB3A79CBE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68E87-2144-1A12-D92E-B1AD64385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F2446-DB15-072C-F039-FF8429C68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12D8-BCF7-403A-BE7A-6365268E013B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6F634-2691-F739-6B6D-77DA9BB4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F836C-95A2-E6FA-F504-9DAD94FB1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020C-3F1C-41EB-88A4-CE54192F2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39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BB4A-4879-C026-4EC2-6717CDA0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9D040-5FC7-3557-A399-26B604216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DF76A-67FC-F76B-0CC2-7D238343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12D8-BCF7-403A-BE7A-6365268E013B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47EF3-89F1-0026-3019-977C64747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474E-55D8-0E39-068B-47D027B9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020C-3F1C-41EB-88A4-CE54192F2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70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A086D-B793-B6E7-7ABE-49E343F499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AA2DD-624E-6F47-CE9C-B7B834650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22804-9616-458D-2C0A-E3705BB7C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12D8-BCF7-403A-BE7A-6365268E013B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107C0-6A29-4684-2728-5085D8A13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B28A2-B7AF-46DB-EF2A-F607295F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9020C-3F1C-41EB-88A4-CE54192F2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850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EA69B-02C0-27D6-2E16-BF14DC4E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5FF86-003B-080B-7EB5-7C812C638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F5843-5EC7-6094-9DDE-39E35F078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912D8-BCF7-403A-BE7A-6365268E013B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4CCD8-B05A-CA29-94A4-65BAC856F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3393F-C44B-7127-6292-AF70D1E51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9020C-3F1C-41EB-88A4-CE54192F2E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2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10" Type="http://schemas.microsoft.com/office/2007/relationships/hdphoto" Target="../media/hdphoto1.wdp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53F177-636D-AB59-99C2-80306F72E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FFEC090-4092-4B41-50BB-35E812EDFD4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DC736-0B85-D3BA-F2E1-1713A3EA9E05}"/>
              </a:ext>
            </a:extLst>
          </p:cNvPr>
          <p:cNvSpPr txBox="1"/>
          <p:nvPr/>
        </p:nvSpPr>
        <p:spPr>
          <a:xfrm>
            <a:off x="884902" y="1752288"/>
            <a:ext cx="108843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7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Moments of Distribution, Skewness, and Kurtosis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87D23B-DDCB-B792-ED46-F2E80783997E}"/>
              </a:ext>
            </a:extLst>
          </p:cNvPr>
          <p:cNvSpPr txBox="1"/>
          <p:nvPr/>
        </p:nvSpPr>
        <p:spPr>
          <a:xfrm>
            <a:off x="884901" y="4254731"/>
            <a:ext cx="108843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32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Understanding the shape of data through statistical moments</a:t>
            </a:r>
          </a:p>
        </p:txBody>
      </p:sp>
    </p:spTree>
    <p:extLst>
      <p:ext uri="{BB962C8B-B14F-4D97-AF65-F5344CB8AC3E}">
        <p14:creationId xmlns:p14="http://schemas.microsoft.com/office/powerpoint/2010/main" val="2142086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A4A8C3-6B02-9218-D215-1BD9D26A2B92}"/>
              </a:ext>
            </a:extLst>
          </p:cNvPr>
          <p:cNvSpPr/>
          <p:nvPr/>
        </p:nvSpPr>
        <p:spPr>
          <a:xfrm>
            <a:off x="-7869" y="0"/>
            <a:ext cx="12192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245004-D9D0-5437-ED1E-F523C2AADD62}"/>
              </a:ext>
            </a:extLst>
          </p:cNvPr>
          <p:cNvSpPr/>
          <p:nvPr/>
        </p:nvSpPr>
        <p:spPr>
          <a:xfrm>
            <a:off x="1147097" y="410005"/>
            <a:ext cx="1927122" cy="98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2A7D5-EE36-18D1-C446-BC3EC024E00B}"/>
              </a:ext>
            </a:extLst>
          </p:cNvPr>
          <p:cNvSpPr txBox="1"/>
          <p:nvPr/>
        </p:nvSpPr>
        <p:spPr>
          <a:xfrm>
            <a:off x="1041810" y="459166"/>
            <a:ext cx="61009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400" b="1" dirty="0">
                <a:solidFill>
                  <a:schemeClr val="accent1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Meet</a:t>
            </a:r>
            <a:r>
              <a:rPr lang="en-GB" sz="44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Our Team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947FA19-DA6D-A4D4-4E2B-9B9C715F3F9B}"/>
              </a:ext>
            </a:extLst>
          </p:cNvPr>
          <p:cNvGrpSpPr/>
          <p:nvPr/>
        </p:nvGrpSpPr>
        <p:grpSpPr>
          <a:xfrm>
            <a:off x="1147097" y="1502271"/>
            <a:ext cx="2687915" cy="2495312"/>
            <a:chOff x="1147097" y="1502271"/>
            <a:chExt cx="2687915" cy="249531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03DB93-15F6-CAF7-27F0-3E551B8CED49}"/>
                </a:ext>
              </a:extLst>
            </p:cNvPr>
            <p:cNvSpPr txBox="1"/>
            <p:nvPr/>
          </p:nvSpPr>
          <p:spPr>
            <a:xfrm>
              <a:off x="1147097" y="3387328"/>
              <a:ext cx="2687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Mohammad Aman Ullah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D1F90D9-00DE-6CE0-418B-6425EB465B81}"/>
                </a:ext>
              </a:extLst>
            </p:cNvPr>
            <p:cNvGrpSpPr/>
            <p:nvPr/>
          </p:nvGrpSpPr>
          <p:grpSpPr>
            <a:xfrm>
              <a:off x="1147097" y="1502271"/>
              <a:ext cx="1828800" cy="1828800"/>
              <a:chOff x="3748024" y="1479296"/>
              <a:chExt cx="1828800" cy="18288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F34F294-3820-C5BC-D272-D90B1A0D3814}"/>
                  </a:ext>
                </a:extLst>
              </p:cNvPr>
              <p:cNvSpPr/>
              <p:nvPr/>
            </p:nvSpPr>
            <p:spPr>
              <a:xfrm>
                <a:off x="3748024" y="1479296"/>
                <a:ext cx="1828800" cy="1828800"/>
              </a:xfrm>
              <a:prstGeom prst="ellipse">
                <a:avLst/>
              </a:prstGeom>
              <a:solidFill>
                <a:schemeClr val="accent2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0D58860-51F3-A71D-0C4E-C6D77586733B}"/>
                  </a:ext>
                </a:extLst>
              </p:cNvPr>
              <p:cNvSpPr/>
              <p:nvPr/>
            </p:nvSpPr>
            <p:spPr>
              <a:xfrm>
                <a:off x="3976624" y="1707896"/>
                <a:ext cx="1371600" cy="13716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8F846E-23CB-8758-09BD-F30450E5D762}"/>
                </a:ext>
              </a:extLst>
            </p:cNvPr>
            <p:cNvSpPr txBox="1"/>
            <p:nvPr/>
          </p:nvSpPr>
          <p:spPr>
            <a:xfrm>
              <a:off x="1147097" y="3628251"/>
              <a:ext cx="1550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ID: 12409004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6FDB97-DEA5-5192-B63A-8D4944353120}"/>
              </a:ext>
            </a:extLst>
          </p:cNvPr>
          <p:cNvGrpSpPr/>
          <p:nvPr/>
        </p:nvGrpSpPr>
        <p:grpSpPr>
          <a:xfrm>
            <a:off x="3797761" y="1502271"/>
            <a:ext cx="1828800" cy="2495312"/>
            <a:chOff x="2935224" y="2260223"/>
            <a:chExt cx="1828800" cy="249531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B2E3AD8-DD93-8EB3-611F-0AFA66158ED7}"/>
                </a:ext>
              </a:extLst>
            </p:cNvPr>
            <p:cNvSpPr txBox="1"/>
            <p:nvPr/>
          </p:nvSpPr>
          <p:spPr>
            <a:xfrm>
              <a:off x="2935224" y="4145280"/>
              <a:ext cx="1713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Md Irfan Islam</a:t>
              </a:r>
              <a:endParaRPr lang="en-GB" b="1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E66FAE7-241B-2A55-F7BE-B9404D988D2C}"/>
                </a:ext>
              </a:extLst>
            </p:cNvPr>
            <p:cNvGrpSpPr/>
            <p:nvPr/>
          </p:nvGrpSpPr>
          <p:grpSpPr>
            <a:xfrm>
              <a:off x="2935224" y="2260223"/>
              <a:ext cx="1828800" cy="1828800"/>
              <a:chOff x="3748024" y="1479296"/>
              <a:chExt cx="1828800" cy="18288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361CC1B-ECC5-658B-5068-F9B9DA389150}"/>
                  </a:ext>
                </a:extLst>
              </p:cNvPr>
              <p:cNvSpPr/>
              <p:nvPr/>
            </p:nvSpPr>
            <p:spPr>
              <a:xfrm>
                <a:off x="3748024" y="1479296"/>
                <a:ext cx="1828800" cy="18288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5DE21DE-B718-7631-B14E-57F5E5F1FFB3}"/>
                  </a:ext>
                </a:extLst>
              </p:cNvPr>
              <p:cNvSpPr/>
              <p:nvPr/>
            </p:nvSpPr>
            <p:spPr>
              <a:xfrm>
                <a:off x="3976624" y="1707896"/>
                <a:ext cx="1371600" cy="13716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113AEF8-223A-1B6A-CEA0-6462FC99D78A}"/>
                </a:ext>
              </a:extLst>
            </p:cNvPr>
            <p:cNvSpPr txBox="1"/>
            <p:nvPr/>
          </p:nvSpPr>
          <p:spPr>
            <a:xfrm>
              <a:off x="2935224" y="4386203"/>
              <a:ext cx="1515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ID: 124090</a:t>
              </a:r>
              <a:r>
                <a:rPr lang="bn-BD" dirty="0">
                  <a:latin typeface="Cambria" panose="02040503050406030204" pitchFamily="18" charset="0"/>
                  <a:ea typeface="Cambria" panose="02040503050406030204" pitchFamily="18" charset="0"/>
                </a:rPr>
                <a:t>15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089E475-2139-F4D0-5740-E58652A86EE4}"/>
              </a:ext>
            </a:extLst>
          </p:cNvPr>
          <p:cNvGrpSpPr/>
          <p:nvPr/>
        </p:nvGrpSpPr>
        <p:grpSpPr>
          <a:xfrm>
            <a:off x="6448425" y="1502271"/>
            <a:ext cx="1828800" cy="2495312"/>
            <a:chOff x="2935224" y="2260223"/>
            <a:chExt cx="1828800" cy="249531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B88E1FD-0B2A-A683-9395-32A2B04CA01E}"/>
                </a:ext>
              </a:extLst>
            </p:cNvPr>
            <p:cNvSpPr txBox="1"/>
            <p:nvPr/>
          </p:nvSpPr>
          <p:spPr>
            <a:xfrm>
              <a:off x="2935224" y="4145280"/>
              <a:ext cx="1554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Abdur Rahim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C7F4D84-DF16-1D64-0E57-2B666C99643C}"/>
                </a:ext>
              </a:extLst>
            </p:cNvPr>
            <p:cNvGrpSpPr/>
            <p:nvPr/>
          </p:nvGrpSpPr>
          <p:grpSpPr>
            <a:xfrm>
              <a:off x="2935224" y="2260223"/>
              <a:ext cx="1828800" cy="1828800"/>
              <a:chOff x="3748024" y="1479296"/>
              <a:chExt cx="1828800" cy="18288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786502F-C2C8-9C6E-2AE7-A6C43D96C597}"/>
                  </a:ext>
                </a:extLst>
              </p:cNvPr>
              <p:cNvSpPr/>
              <p:nvPr/>
            </p:nvSpPr>
            <p:spPr>
              <a:xfrm>
                <a:off x="3748024" y="1479296"/>
                <a:ext cx="1828800" cy="18288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81EC151-8975-2716-DA5B-1077236CE542}"/>
                  </a:ext>
                </a:extLst>
              </p:cNvPr>
              <p:cNvSpPr/>
              <p:nvPr/>
            </p:nvSpPr>
            <p:spPr>
              <a:xfrm>
                <a:off x="3976624" y="1707896"/>
                <a:ext cx="1371600" cy="13716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E085790-1F92-CF22-0BF1-9B420673ED62}"/>
                </a:ext>
              </a:extLst>
            </p:cNvPr>
            <p:cNvSpPr txBox="1"/>
            <p:nvPr/>
          </p:nvSpPr>
          <p:spPr>
            <a:xfrm>
              <a:off x="2935224" y="4386203"/>
              <a:ext cx="1550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ID: 124090</a:t>
              </a:r>
              <a:r>
                <a:rPr lang="bn-BD" dirty="0">
                  <a:latin typeface="Cambria" panose="02040503050406030204" pitchFamily="18" charset="0"/>
                  <a:ea typeface="Cambria" panose="02040503050406030204" pitchFamily="18" charset="0"/>
                </a:rPr>
                <a:t>24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A207DE-16C2-83CF-F644-141EE1FDA7AE}"/>
              </a:ext>
            </a:extLst>
          </p:cNvPr>
          <p:cNvGrpSpPr/>
          <p:nvPr/>
        </p:nvGrpSpPr>
        <p:grpSpPr>
          <a:xfrm>
            <a:off x="9099089" y="1502271"/>
            <a:ext cx="2428165" cy="2495312"/>
            <a:chOff x="2935224" y="2260223"/>
            <a:chExt cx="2428165" cy="249531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F89651B-223B-A1BF-D99F-0374AFC42B78}"/>
                </a:ext>
              </a:extLst>
            </p:cNvPr>
            <p:cNvSpPr txBox="1"/>
            <p:nvPr/>
          </p:nvSpPr>
          <p:spPr>
            <a:xfrm>
              <a:off x="2935224" y="4145280"/>
              <a:ext cx="24281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Mahadi Hasan Fardin</a:t>
              </a:r>
              <a:endParaRPr lang="en-GB" b="1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DF4810D-5F92-2A7B-6488-481B9908F760}"/>
                </a:ext>
              </a:extLst>
            </p:cNvPr>
            <p:cNvGrpSpPr/>
            <p:nvPr/>
          </p:nvGrpSpPr>
          <p:grpSpPr>
            <a:xfrm>
              <a:off x="2935224" y="2260223"/>
              <a:ext cx="1828800" cy="1828800"/>
              <a:chOff x="3748024" y="1479296"/>
              <a:chExt cx="1828800" cy="18288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72C545E-56AD-F3F0-3201-0F1A7EFBDE1E}"/>
                  </a:ext>
                </a:extLst>
              </p:cNvPr>
              <p:cNvSpPr/>
              <p:nvPr/>
            </p:nvSpPr>
            <p:spPr>
              <a:xfrm>
                <a:off x="3748024" y="1479296"/>
                <a:ext cx="1828800" cy="1828800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FE35159-31DA-80A9-12D7-EA9AC52DC38D}"/>
                  </a:ext>
                </a:extLst>
              </p:cNvPr>
              <p:cNvSpPr/>
              <p:nvPr/>
            </p:nvSpPr>
            <p:spPr>
              <a:xfrm>
                <a:off x="3976624" y="1707896"/>
                <a:ext cx="1371600" cy="13716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E650CAD-D9E3-23F5-8392-1A491C62AB03}"/>
                </a:ext>
              </a:extLst>
            </p:cNvPr>
            <p:cNvSpPr txBox="1"/>
            <p:nvPr/>
          </p:nvSpPr>
          <p:spPr>
            <a:xfrm>
              <a:off x="2935224" y="4386203"/>
              <a:ext cx="1550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ID: 12409034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E696275-ED9A-1B2D-9D76-8F8584B77447}"/>
              </a:ext>
            </a:extLst>
          </p:cNvPr>
          <p:cNvGrpSpPr/>
          <p:nvPr/>
        </p:nvGrpSpPr>
        <p:grpSpPr>
          <a:xfrm>
            <a:off x="2662255" y="4013577"/>
            <a:ext cx="2560060" cy="2495312"/>
            <a:chOff x="2935224" y="2260223"/>
            <a:chExt cx="2560060" cy="249531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4AF9281-DDFA-6FBC-9D1E-0A9482791E8C}"/>
                </a:ext>
              </a:extLst>
            </p:cNvPr>
            <p:cNvSpPr txBox="1"/>
            <p:nvPr/>
          </p:nvSpPr>
          <p:spPr>
            <a:xfrm>
              <a:off x="2935224" y="4145280"/>
              <a:ext cx="25600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Mahmuda Akter Mukta</a:t>
              </a:r>
              <a:endParaRPr lang="en-GB" b="1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7CEAE21-F2F9-6F5C-A81F-DF3728712398}"/>
                </a:ext>
              </a:extLst>
            </p:cNvPr>
            <p:cNvGrpSpPr/>
            <p:nvPr/>
          </p:nvGrpSpPr>
          <p:grpSpPr>
            <a:xfrm>
              <a:off x="2935224" y="2260223"/>
              <a:ext cx="1828800" cy="1828800"/>
              <a:chOff x="3748024" y="1479296"/>
              <a:chExt cx="1828800" cy="182880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C715CAD-2F26-C70A-DD02-9901270E3F01}"/>
                  </a:ext>
                </a:extLst>
              </p:cNvPr>
              <p:cNvSpPr/>
              <p:nvPr/>
            </p:nvSpPr>
            <p:spPr>
              <a:xfrm>
                <a:off x="3748024" y="1479296"/>
                <a:ext cx="1828800" cy="1828800"/>
              </a:xfrm>
              <a:prstGeom prst="ellipse">
                <a:avLst/>
              </a:prstGeom>
              <a:solidFill>
                <a:srgbClr val="00B050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E0E3C58-8795-BBD2-DB50-9F0604959BF9}"/>
                  </a:ext>
                </a:extLst>
              </p:cNvPr>
              <p:cNvSpPr/>
              <p:nvPr/>
            </p:nvSpPr>
            <p:spPr>
              <a:xfrm>
                <a:off x="3976624" y="1707896"/>
                <a:ext cx="1371600" cy="13716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C34077-D047-D42A-8633-50577043C092}"/>
                </a:ext>
              </a:extLst>
            </p:cNvPr>
            <p:cNvSpPr txBox="1"/>
            <p:nvPr/>
          </p:nvSpPr>
          <p:spPr>
            <a:xfrm>
              <a:off x="2935224" y="4386203"/>
              <a:ext cx="1550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ID: 12409043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A202A1B-23A7-9657-C151-DD045C9C1A38}"/>
              </a:ext>
            </a:extLst>
          </p:cNvPr>
          <p:cNvGrpSpPr/>
          <p:nvPr/>
        </p:nvGrpSpPr>
        <p:grpSpPr>
          <a:xfrm>
            <a:off x="5312919" y="4013577"/>
            <a:ext cx="2165978" cy="2495312"/>
            <a:chOff x="2935224" y="2260223"/>
            <a:chExt cx="2165978" cy="249531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052B381-C9A8-D864-0F9E-C7D20E7A6D0C}"/>
                </a:ext>
              </a:extLst>
            </p:cNvPr>
            <p:cNvSpPr txBox="1"/>
            <p:nvPr/>
          </p:nvSpPr>
          <p:spPr>
            <a:xfrm>
              <a:off x="2935224" y="4145280"/>
              <a:ext cx="2165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Md. </a:t>
              </a:r>
              <a:r>
                <a:rPr lang="en-GB" b="1" i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Nisahdul</a:t>
              </a:r>
              <a:r>
                <a:rPr lang="en-GB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 Islam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E74F43E-EC30-78D4-89AA-7AA3283A98E4}"/>
                </a:ext>
              </a:extLst>
            </p:cNvPr>
            <p:cNvGrpSpPr/>
            <p:nvPr/>
          </p:nvGrpSpPr>
          <p:grpSpPr>
            <a:xfrm>
              <a:off x="2935224" y="2260223"/>
              <a:ext cx="1828800" cy="1828800"/>
              <a:chOff x="3748024" y="1479296"/>
              <a:chExt cx="1828800" cy="18288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EDEE681-6280-BA7E-11D4-1DFA53099922}"/>
                  </a:ext>
                </a:extLst>
              </p:cNvPr>
              <p:cNvSpPr/>
              <p:nvPr/>
            </p:nvSpPr>
            <p:spPr>
              <a:xfrm>
                <a:off x="3748024" y="1479296"/>
                <a:ext cx="1828800" cy="1828800"/>
              </a:xfrm>
              <a:prstGeom prst="ellipse">
                <a:avLst/>
              </a:prstGeom>
              <a:solidFill>
                <a:srgbClr val="00B0F0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86CB275-1695-1D0A-DE27-55EF115CBE48}"/>
                  </a:ext>
                </a:extLst>
              </p:cNvPr>
              <p:cNvSpPr/>
              <p:nvPr/>
            </p:nvSpPr>
            <p:spPr>
              <a:xfrm>
                <a:off x="3976624" y="1707896"/>
                <a:ext cx="1371600" cy="13716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53AA23B-C796-5C12-7FE9-833B8103B0D6}"/>
                </a:ext>
              </a:extLst>
            </p:cNvPr>
            <p:cNvSpPr txBox="1"/>
            <p:nvPr/>
          </p:nvSpPr>
          <p:spPr>
            <a:xfrm>
              <a:off x="2935224" y="4386203"/>
              <a:ext cx="1550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ID: 12409052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1166BD2-6F48-BD13-51BD-E871B06CE359}"/>
              </a:ext>
            </a:extLst>
          </p:cNvPr>
          <p:cNvGrpSpPr/>
          <p:nvPr/>
        </p:nvGrpSpPr>
        <p:grpSpPr>
          <a:xfrm>
            <a:off x="7963583" y="4013577"/>
            <a:ext cx="1828800" cy="2495312"/>
            <a:chOff x="2935224" y="2260223"/>
            <a:chExt cx="1828800" cy="249531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1B7D820-3620-B4B5-00FA-9A4F240B9636}"/>
                </a:ext>
              </a:extLst>
            </p:cNvPr>
            <p:cNvSpPr txBox="1"/>
            <p:nvPr/>
          </p:nvSpPr>
          <p:spPr>
            <a:xfrm>
              <a:off x="2935224" y="4145280"/>
              <a:ext cx="16254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i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Anunnya</a:t>
              </a:r>
              <a:r>
                <a:rPr lang="en-GB" b="1" i="1" dirty="0">
                  <a:latin typeface="Cambria" panose="02040503050406030204" pitchFamily="18" charset="0"/>
                  <a:ea typeface="Cambria" panose="02040503050406030204" pitchFamily="18" charset="0"/>
                </a:rPr>
                <a:t> Paul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4D7684F-6D76-ED61-64FF-5C06418963F2}"/>
                </a:ext>
              </a:extLst>
            </p:cNvPr>
            <p:cNvGrpSpPr/>
            <p:nvPr/>
          </p:nvGrpSpPr>
          <p:grpSpPr>
            <a:xfrm>
              <a:off x="2935224" y="2260223"/>
              <a:ext cx="1828800" cy="1828800"/>
              <a:chOff x="3748024" y="1479296"/>
              <a:chExt cx="1828800" cy="1828800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C035393A-F65C-B59D-B37A-2187ECB9C77F}"/>
                  </a:ext>
                </a:extLst>
              </p:cNvPr>
              <p:cNvSpPr/>
              <p:nvPr/>
            </p:nvSpPr>
            <p:spPr>
              <a:xfrm>
                <a:off x="3748024" y="1479296"/>
                <a:ext cx="1828800" cy="1828800"/>
              </a:xfrm>
              <a:prstGeom prst="ellipse">
                <a:avLst/>
              </a:prstGeom>
              <a:solidFill>
                <a:srgbClr val="7030A0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6AD7C8C-959E-E21D-9D31-93AD318F2758}"/>
                  </a:ext>
                </a:extLst>
              </p:cNvPr>
              <p:cNvSpPr/>
              <p:nvPr/>
            </p:nvSpPr>
            <p:spPr>
              <a:xfrm>
                <a:off x="3976624" y="1707896"/>
                <a:ext cx="1371600" cy="13716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F897C29-B09F-67DF-A75D-B58A59A565E4}"/>
                </a:ext>
              </a:extLst>
            </p:cNvPr>
            <p:cNvSpPr txBox="1"/>
            <p:nvPr/>
          </p:nvSpPr>
          <p:spPr>
            <a:xfrm>
              <a:off x="2935224" y="4386203"/>
              <a:ext cx="1550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ID: 12409008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pic>
        <p:nvPicPr>
          <p:cNvPr id="4" name="Picture 2">
            <a:extLst>
              <a:ext uri="{FF2B5EF4-FFF2-40B4-BE49-F238E27FC236}">
                <a16:creationId xmlns:a16="http://schemas.microsoft.com/office/drawing/2014/main" id="{FA834BD8-A514-E14A-D6CE-AAD448368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9418" y="0"/>
            <a:ext cx="4992860" cy="686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079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542D4-B610-3C78-75C9-6A139A5E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5D7366-929C-F85E-04A2-AAF2B94C45C2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E45BC-5667-6210-F385-A10BB923A731}"/>
              </a:ext>
            </a:extLst>
          </p:cNvPr>
          <p:cNvSpPr txBox="1"/>
          <p:nvPr/>
        </p:nvSpPr>
        <p:spPr>
          <a:xfrm>
            <a:off x="856742" y="237374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How data values are spread across possible outcomes.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3C691-CE25-48D8-9C1B-874863EBF7A4}"/>
              </a:ext>
            </a:extLst>
          </p:cNvPr>
          <p:cNvSpPr txBox="1"/>
          <p:nvPr/>
        </p:nvSpPr>
        <p:spPr>
          <a:xfrm>
            <a:off x="856742" y="1227297"/>
            <a:ext cx="609447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600" b="1" i="1" dirty="0">
                <a:latin typeface="Cambria" panose="02040503050406030204" pitchFamily="18" charset="0"/>
                <a:ea typeface="Cambria" panose="02040503050406030204" pitchFamily="18" charset="0"/>
              </a:rPr>
              <a:t>Distribution</a:t>
            </a:r>
            <a:endParaRPr lang="en-GB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1780970A-3667-2E6D-CA53-552A86914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742" y="3389173"/>
            <a:ext cx="633984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Summarize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and describe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Calculate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probabilities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of outcomes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Form basis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hypothesis testing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real-world events (e.g., accidents, stock returns)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Support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decision making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 finance, research, and quality control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DCA3D5-1654-02C4-C46E-4AF8756EF0D6}"/>
              </a:ext>
            </a:extLst>
          </p:cNvPr>
          <p:cNvSpPr txBox="1"/>
          <p:nvPr/>
        </p:nvSpPr>
        <p:spPr>
          <a:xfrm>
            <a:off x="856742" y="2902030"/>
            <a:ext cx="4913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Usages of Distribution in Statistics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C82AB4-60DB-7E7A-A7EC-387F110AC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140" y="0"/>
            <a:ext cx="4992860" cy="686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1270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55E040-A31A-C316-FAB9-B8D0DCDAFFAF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32EE8F-A569-1DFF-3038-86C79279C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35481" y="-3623"/>
            <a:ext cx="4992860" cy="686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6ED6FDC-361A-EB35-906E-456CFFDCCC2F}"/>
              </a:ext>
            </a:extLst>
          </p:cNvPr>
          <p:cNvSpPr txBox="1"/>
          <p:nvPr/>
        </p:nvSpPr>
        <p:spPr>
          <a:xfrm>
            <a:off x="4262806" y="393700"/>
            <a:ext cx="366638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b="1" i="1" dirty="0">
                <a:latin typeface="Cambria" panose="02040503050406030204" pitchFamily="18" charset="0"/>
                <a:ea typeface="Cambria" panose="02040503050406030204" pitchFamily="18" charset="0"/>
              </a:rPr>
              <a:t>Moments</a:t>
            </a: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DD3E9005-3B7F-D8AE-7C60-B0E73E9C1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089" y="1572231"/>
            <a:ext cx="991982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are numbers that describe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shape of a distribution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They tell us about the </a:t>
            </a:r>
            <a:r>
              <a:rPr lang="en-GB" b="1" dirty="0" err="1">
                <a:latin typeface="Cambria" panose="02040503050406030204" pitchFamily="18" charset="0"/>
                <a:ea typeface="Cambria" panose="02040503050406030204" pitchFamily="18" charset="0"/>
              </a:rPr>
              <a:t>center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, spread, symmetry, and </a:t>
            </a:r>
            <a:r>
              <a:rPr lang="en-GB" b="1" dirty="0" err="1">
                <a:latin typeface="Cambria" panose="02040503050406030204" pitchFamily="18" charset="0"/>
                <a:ea typeface="Cambria" panose="02040503050406030204" pitchFamily="18" charset="0"/>
              </a:rPr>
              <a:t>peakedness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of data.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061569C6-77E3-608F-1155-306D2C348C2E}"/>
              </a:ext>
            </a:extLst>
          </p:cNvPr>
          <p:cNvGrpSpPr/>
          <p:nvPr/>
        </p:nvGrpSpPr>
        <p:grpSpPr>
          <a:xfrm>
            <a:off x="6371344" y="2781300"/>
            <a:ext cx="4229100" cy="1409700"/>
            <a:chOff x="6371344" y="2781300"/>
            <a:chExt cx="4229100" cy="1409700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7BBB8CB2-D807-7109-77CE-BE6890D877F9}"/>
                </a:ext>
              </a:extLst>
            </p:cNvPr>
            <p:cNvSpPr/>
            <p:nvPr/>
          </p:nvSpPr>
          <p:spPr>
            <a:xfrm>
              <a:off x="6371344" y="2781300"/>
              <a:ext cx="4229100" cy="14097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EA9C0EE-E70D-246A-A336-0B352E14B441}"/>
                </a:ext>
              </a:extLst>
            </p:cNvPr>
            <p:cNvSpPr txBox="1"/>
            <p:nvPr/>
          </p:nvSpPr>
          <p:spPr>
            <a:xfrm>
              <a:off x="6371344" y="3059667"/>
              <a:ext cx="422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2</a:t>
              </a:r>
              <a:r>
                <a:rPr lang="en-GB" b="1" baseline="30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nd</a:t>
              </a:r>
              <a:r>
                <a:rPr lang="en-GB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Moment: </a:t>
              </a:r>
              <a:r>
                <a:rPr lang="en-GB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Varience</a:t>
              </a:r>
              <a:endPara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F3EB62C-AD14-7369-8407-24D623235CDD}"/>
                </a:ext>
              </a:extLst>
            </p:cNvPr>
            <p:cNvSpPr txBox="1"/>
            <p:nvPr/>
          </p:nvSpPr>
          <p:spPr>
            <a:xfrm>
              <a:off x="6371344" y="3421462"/>
              <a:ext cx="4229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Measures how spread out the data is</a:t>
              </a:r>
            </a:p>
          </p:txBody>
        </p:sp>
      </p:grp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5FF2417A-CC24-7AB0-93E1-28F1AE260960}"/>
              </a:ext>
            </a:extLst>
          </p:cNvPr>
          <p:cNvGrpSpPr/>
          <p:nvPr/>
        </p:nvGrpSpPr>
        <p:grpSpPr>
          <a:xfrm>
            <a:off x="6371344" y="4495800"/>
            <a:ext cx="4229100" cy="1409700"/>
            <a:chOff x="6371344" y="4495800"/>
            <a:chExt cx="4229100" cy="1409700"/>
          </a:xfrm>
        </p:grpSpPr>
        <p:sp>
          <p:nvSpPr>
            <p:cNvPr id="1036" name="Rectangle: Rounded Corners 1035">
              <a:extLst>
                <a:ext uri="{FF2B5EF4-FFF2-40B4-BE49-F238E27FC236}">
                  <a16:creationId xmlns:a16="http://schemas.microsoft.com/office/drawing/2014/main" id="{D08B1579-9D32-7B01-96DB-A9162C596F5C}"/>
                </a:ext>
              </a:extLst>
            </p:cNvPr>
            <p:cNvSpPr/>
            <p:nvPr/>
          </p:nvSpPr>
          <p:spPr>
            <a:xfrm>
              <a:off x="6371344" y="4495800"/>
              <a:ext cx="4229100" cy="14097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378DF74C-3AA4-2591-3393-8772CFC9C88A}"/>
                </a:ext>
              </a:extLst>
            </p:cNvPr>
            <p:cNvSpPr txBox="1"/>
            <p:nvPr/>
          </p:nvSpPr>
          <p:spPr>
            <a:xfrm>
              <a:off x="6371344" y="4774167"/>
              <a:ext cx="422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4</a:t>
              </a:r>
              <a:r>
                <a:rPr lang="en-GB" b="1" baseline="30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th</a:t>
              </a:r>
              <a:r>
                <a:rPr lang="en-GB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Moment: Kurtosis</a:t>
              </a: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8836BC26-5F0F-FF75-B907-A1655B645B80}"/>
                </a:ext>
              </a:extLst>
            </p:cNvPr>
            <p:cNvSpPr txBox="1"/>
            <p:nvPr/>
          </p:nvSpPr>
          <p:spPr>
            <a:xfrm>
              <a:off x="6371344" y="5135962"/>
              <a:ext cx="4229100" cy="367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Describes how sharp or flat the peak is</a:t>
              </a:r>
            </a:p>
          </p:txBody>
        </p:sp>
      </p:grp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BF4B194A-A443-1EEB-0AEE-1BB7E644B9FA}"/>
              </a:ext>
            </a:extLst>
          </p:cNvPr>
          <p:cNvGrpSpPr/>
          <p:nvPr/>
        </p:nvGrpSpPr>
        <p:grpSpPr>
          <a:xfrm>
            <a:off x="1041400" y="4493734"/>
            <a:ext cx="4229100" cy="1409700"/>
            <a:chOff x="1041400" y="4493734"/>
            <a:chExt cx="4229100" cy="1409700"/>
          </a:xfrm>
        </p:grpSpPr>
        <p:sp>
          <p:nvSpPr>
            <p:cNvPr id="1040" name="Rectangle: Rounded Corners 1039">
              <a:extLst>
                <a:ext uri="{FF2B5EF4-FFF2-40B4-BE49-F238E27FC236}">
                  <a16:creationId xmlns:a16="http://schemas.microsoft.com/office/drawing/2014/main" id="{5DC26E3D-9432-7CAE-F7E6-E5A8B514864D}"/>
                </a:ext>
              </a:extLst>
            </p:cNvPr>
            <p:cNvSpPr/>
            <p:nvPr/>
          </p:nvSpPr>
          <p:spPr>
            <a:xfrm>
              <a:off x="1041400" y="4493734"/>
              <a:ext cx="4229100" cy="14097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9B126A6E-C01C-593F-00BE-CD94C2D212AD}"/>
                </a:ext>
              </a:extLst>
            </p:cNvPr>
            <p:cNvSpPr txBox="1"/>
            <p:nvPr/>
          </p:nvSpPr>
          <p:spPr>
            <a:xfrm>
              <a:off x="1041400" y="4772101"/>
              <a:ext cx="422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3</a:t>
              </a:r>
              <a:r>
                <a:rPr lang="en-GB" b="1" baseline="30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rd</a:t>
              </a:r>
              <a:r>
                <a:rPr lang="en-GB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Moment: Skewness</a:t>
              </a: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95F0E185-1B3E-66E0-09F5-5ED79CDE280E}"/>
                </a:ext>
              </a:extLst>
            </p:cNvPr>
            <p:cNvSpPr txBox="1"/>
            <p:nvPr/>
          </p:nvSpPr>
          <p:spPr>
            <a:xfrm>
              <a:off x="1041400" y="5133896"/>
              <a:ext cx="4229100" cy="367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Reveals if data leans left or right</a:t>
              </a:r>
            </a:p>
          </p:txBody>
        </p:sp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B8214E38-8421-EED1-2A29-64AADA26E03C}"/>
              </a:ext>
            </a:extLst>
          </p:cNvPr>
          <p:cNvGrpSpPr/>
          <p:nvPr/>
        </p:nvGrpSpPr>
        <p:grpSpPr>
          <a:xfrm>
            <a:off x="1041400" y="2724149"/>
            <a:ext cx="4229100" cy="1409700"/>
            <a:chOff x="1041400" y="2724149"/>
            <a:chExt cx="4229100" cy="1409700"/>
          </a:xfrm>
        </p:grpSpPr>
        <p:sp>
          <p:nvSpPr>
            <p:cNvPr id="1044" name="Rectangle: Rounded Corners 1043">
              <a:extLst>
                <a:ext uri="{FF2B5EF4-FFF2-40B4-BE49-F238E27FC236}">
                  <a16:creationId xmlns:a16="http://schemas.microsoft.com/office/drawing/2014/main" id="{8B8F0041-B873-1A9C-009A-21D7E229078D}"/>
                </a:ext>
              </a:extLst>
            </p:cNvPr>
            <p:cNvSpPr/>
            <p:nvPr/>
          </p:nvSpPr>
          <p:spPr>
            <a:xfrm>
              <a:off x="1041400" y="2724149"/>
              <a:ext cx="4229100" cy="14097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68E13719-A29E-F244-EA1F-0A9A9EDA764C}"/>
                </a:ext>
              </a:extLst>
            </p:cNvPr>
            <p:cNvSpPr txBox="1"/>
            <p:nvPr/>
          </p:nvSpPr>
          <p:spPr>
            <a:xfrm>
              <a:off x="1041400" y="3002516"/>
              <a:ext cx="4229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1</a:t>
              </a:r>
              <a:r>
                <a:rPr lang="en-GB" b="1" baseline="30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st</a:t>
              </a:r>
              <a:r>
                <a:rPr lang="en-GB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Moment: Mean</a:t>
              </a:r>
            </a:p>
          </p:txBody>
        </p:sp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FE19D873-43B4-4717-BEA5-1BB067B284EE}"/>
                </a:ext>
              </a:extLst>
            </p:cNvPr>
            <p:cNvSpPr txBox="1"/>
            <p:nvPr/>
          </p:nvSpPr>
          <p:spPr>
            <a:xfrm>
              <a:off x="1136088" y="3364311"/>
              <a:ext cx="403281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Shows the </a:t>
              </a:r>
              <a:r>
                <a:rPr lang="en-GB" dirty="0" err="1">
                  <a:latin typeface="Cambria" panose="02040503050406030204" pitchFamily="18" charset="0"/>
                  <a:ea typeface="Cambria" panose="02040503050406030204" pitchFamily="18" charset="0"/>
                </a:rPr>
                <a:t>center</a:t>
              </a: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 or average of your data</a:t>
              </a:r>
            </a:p>
          </p:txBody>
        </p:sp>
      </p:grp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59FCC398-E61F-06C8-0435-5AF4EAB71EC9}"/>
              </a:ext>
            </a:extLst>
          </p:cNvPr>
          <p:cNvGrpSpPr/>
          <p:nvPr/>
        </p:nvGrpSpPr>
        <p:grpSpPr>
          <a:xfrm>
            <a:off x="12286688" y="2343748"/>
            <a:ext cx="9919822" cy="4299971"/>
            <a:chOff x="1136089" y="2390024"/>
            <a:chExt cx="9919822" cy="4299971"/>
          </a:xfrm>
        </p:grpSpPr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D607AEB6-23C0-F990-E73F-65683692EEAB}"/>
                </a:ext>
              </a:extLst>
            </p:cNvPr>
            <p:cNvSpPr txBox="1"/>
            <p:nvPr/>
          </p:nvSpPr>
          <p:spPr>
            <a:xfrm>
              <a:off x="2082336" y="2390024"/>
              <a:ext cx="815518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800" b="1" dirty="0">
                  <a:latin typeface="Cambria" panose="02040503050406030204" pitchFamily="18" charset="0"/>
                  <a:ea typeface="Cambria" panose="02040503050406030204" pitchFamily="18" charset="0"/>
                </a:rPr>
                <a:t>Zero skewness (symmetric)</a:t>
              </a:r>
              <a:endParaRPr lang="en-GB" sz="4800" b="1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565FCD03-CD5E-46AE-1F22-D392F4136689}"/>
                </a:ext>
              </a:extLst>
            </p:cNvPr>
            <p:cNvSpPr txBox="1"/>
            <p:nvPr/>
          </p:nvSpPr>
          <p:spPr>
            <a:xfrm>
              <a:off x="1136089" y="3271819"/>
              <a:ext cx="99198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The distribution is perfectly balanced around the </a:t>
              </a:r>
              <a:r>
                <a:rPr lang="en-GB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center</a:t>
              </a:r>
              <a:r>
                <a: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, like a normal distribution. The mean equals the median.</a:t>
              </a:r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1C7D3ECB-1547-27EA-4D9C-0BBFD1D6847E}"/>
                </a:ext>
              </a:extLst>
            </p:cNvPr>
            <p:cNvSpPr txBox="1"/>
            <p:nvPr/>
          </p:nvSpPr>
          <p:spPr>
            <a:xfrm>
              <a:off x="3392624" y="4481225"/>
              <a:ext cx="320478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Bell shaped curve.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Mean = Median = Mode.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Skewness = 0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1055" name="Picture 1054">
              <a:extLst>
                <a:ext uri="{FF2B5EF4-FFF2-40B4-BE49-F238E27FC236}">
                  <a16:creationId xmlns:a16="http://schemas.microsoft.com/office/drawing/2014/main" id="{31EC651F-0E14-BE35-2780-2A79E555B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7186" y="4076387"/>
              <a:ext cx="3204781" cy="26136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8479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9EBF9-5025-0343-463B-C3CA2DF12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5A6696-8EC1-154B-9A7F-57E18ABA122B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4D8D17-99EF-1151-7402-26109B07EABE}"/>
              </a:ext>
            </a:extLst>
          </p:cNvPr>
          <p:cNvSpPr txBox="1"/>
          <p:nvPr/>
        </p:nvSpPr>
        <p:spPr>
          <a:xfrm>
            <a:off x="4262806" y="393700"/>
            <a:ext cx="37942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GB" sz="6600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kewness</a:t>
            </a:r>
            <a:endParaRPr lang="en-GB" sz="66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1EF212D2-2662-FDBF-0465-50D7E5BC0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089" y="1433732"/>
            <a:ext cx="99198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Skewness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is a statistical measure that describes the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asymmetry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of a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probability distribution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or dataset around its mean. It tells us how much the data deviates from a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perfectly symmetrical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bell-shaped distribution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B5474-A798-5592-F6D7-157CE09BA7ED}"/>
              </a:ext>
            </a:extLst>
          </p:cNvPr>
          <p:cNvGrpSpPr/>
          <p:nvPr/>
        </p:nvGrpSpPr>
        <p:grpSpPr>
          <a:xfrm>
            <a:off x="1136089" y="2390024"/>
            <a:ext cx="9919822" cy="4299971"/>
            <a:chOff x="1136089" y="2390024"/>
            <a:chExt cx="9919822" cy="429997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05450CB-82A7-BFB3-E4CC-CF0B4AAA0E73}"/>
                </a:ext>
              </a:extLst>
            </p:cNvPr>
            <p:cNvSpPr txBox="1"/>
            <p:nvPr/>
          </p:nvSpPr>
          <p:spPr>
            <a:xfrm>
              <a:off x="2082336" y="2390024"/>
              <a:ext cx="815518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800" b="1" dirty="0">
                  <a:latin typeface="Cambria" panose="02040503050406030204" pitchFamily="18" charset="0"/>
                  <a:ea typeface="Cambria" panose="02040503050406030204" pitchFamily="18" charset="0"/>
                </a:rPr>
                <a:t>Zero skewness (symmetric)</a:t>
              </a:r>
              <a:endParaRPr lang="en-GB" sz="4800" b="1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95424FA-216F-64E3-F988-AD813141EB10}"/>
                </a:ext>
              </a:extLst>
            </p:cNvPr>
            <p:cNvSpPr txBox="1"/>
            <p:nvPr/>
          </p:nvSpPr>
          <p:spPr>
            <a:xfrm>
              <a:off x="1136089" y="3271819"/>
              <a:ext cx="99198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The distribution is perfectly balanced around the </a:t>
              </a:r>
              <a:r>
                <a:rPr lang="en-GB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center</a:t>
              </a:r>
              <a:r>
                <a: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, like a normal distribution. The mean equals the median.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BAF0D52-F2C0-A373-6648-5AA9CDBAFB05}"/>
                </a:ext>
              </a:extLst>
            </p:cNvPr>
            <p:cNvSpPr txBox="1"/>
            <p:nvPr/>
          </p:nvSpPr>
          <p:spPr>
            <a:xfrm>
              <a:off x="3392624" y="4481225"/>
              <a:ext cx="320478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Bell shaped curve.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Mean = Median = Mode.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Skewness = 0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548BBA5-6F84-7EB0-AF22-EE503867A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7186" y="4076387"/>
              <a:ext cx="3204781" cy="2613608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3881F4B-0888-C777-D8DA-59AF7EE2BCF1}"/>
              </a:ext>
            </a:extLst>
          </p:cNvPr>
          <p:cNvGrpSpPr/>
          <p:nvPr/>
        </p:nvGrpSpPr>
        <p:grpSpPr>
          <a:xfrm>
            <a:off x="12008411" y="2390024"/>
            <a:ext cx="9919822" cy="3861456"/>
            <a:chOff x="12008411" y="2390024"/>
            <a:chExt cx="9919822" cy="386145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98D8522-070E-A65E-83B8-2EE6348191DF}"/>
                </a:ext>
              </a:extLst>
            </p:cNvPr>
            <p:cNvGrpSpPr/>
            <p:nvPr/>
          </p:nvGrpSpPr>
          <p:grpSpPr>
            <a:xfrm>
              <a:off x="12008411" y="2390024"/>
              <a:ext cx="9919822" cy="3153030"/>
              <a:chOff x="1136089" y="2390024"/>
              <a:chExt cx="9919822" cy="3153030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20B78A-F1BF-A1C3-F738-A29988B4364E}"/>
                  </a:ext>
                </a:extLst>
              </p:cNvPr>
              <p:cNvSpPr txBox="1"/>
              <p:nvPr/>
            </p:nvSpPr>
            <p:spPr>
              <a:xfrm>
                <a:off x="1349318" y="2390024"/>
                <a:ext cx="962122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4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Positive skewness (right-skewed)</a:t>
                </a:r>
                <a:endParaRPr lang="en-GB" sz="4800" b="1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A96C111-DA26-AF69-31FF-94BD03E26C3B}"/>
                  </a:ext>
                </a:extLst>
              </p:cNvPr>
              <p:cNvSpPr txBox="1"/>
              <p:nvPr/>
            </p:nvSpPr>
            <p:spPr>
              <a:xfrm>
                <a:off x="1136089" y="3271819"/>
                <a:ext cx="99198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The tail extends more to the right side. Most data points cluster on the left, with fewer high values creating a long right tail. The mean is typically greater than the median</a:t>
                </a:r>
                <a:endPara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7B407F-0F7E-977E-D8B7-7DBB82AABC62}"/>
                  </a:ext>
                </a:extLst>
              </p:cNvPr>
              <p:cNvSpPr txBox="1"/>
              <p:nvPr/>
            </p:nvSpPr>
            <p:spPr>
              <a:xfrm>
                <a:off x="6907118" y="4342725"/>
                <a:ext cx="32047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Tail extends right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Mean &gt; Median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Few high values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Left-side data clustering</a:t>
                </a: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0606E3-DE1C-4E64-F40F-D8DE0A95F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37248" y="4076387"/>
              <a:ext cx="4036744" cy="21750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86390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1E8CE-C630-C8A7-4795-EA945599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A8EE32-6E14-4CA8-F12E-19C3981A9F53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B6B15E-66C4-FB60-D353-E72BA2E0A958}"/>
              </a:ext>
            </a:extLst>
          </p:cNvPr>
          <p:cNvSpPr txBox="1"/>
          <p:nvPr/>
        </p:nvSpPr>
        <p:spPr>
          <a:xfrm>
            <a:off x="4262806" y="393700"/>
            <a:ext cx="37942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GB" sz="6600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kewness</a:t>
            </a:r>
            <a:endParaRPr lang="en-GB" sz="66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3F7C6311-F231-80B5-374C-5443449DD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089" y="1433732"/>
            <a:ext cx="99198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Skewness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is a statistical measure that describes the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asymmetry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of a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probability distribution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or dataset around its mean. It tells us how much the data deviates from a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perfectly symmetrical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bell-shaped distribution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9F0BFAC-6FA1-E939-AECF-590B14E8CC3D}"/>
              </a:ext>
            </a:extLst>
          </p:cNvPr>
          <p:cNvGrpSpPr/>
          <p:nvPr/>
        </p:nvGrpSpPr>
        <p:grpSpPr>
          <a:xfrm>
            <a:off x="-9688023" y="2364201"/>
            <a:ext cx="9919822" cy="4299971"/>
            <a:chOff x="1136089" y="2390024"/>
            <a:chExt cx="9919822" cy="429997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5F8D3CA-50B6-AAC8-1198-D2F7B5BEF19D}"/>
                </a:ext>
              </a:extLst>
            </p:cNvPr>
            <p:cNvSpPr txBox="1"/>
            <p:nvPr/>
          </p:nvSpPr>
          <p:spPr>
            <a:xfrm>
              <a:off x="2082336" y="2390024"/>
              <a:ext cx="815518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800" b="1" dirty="0">
                  <a:latin typeface="Cambria" panose="02040503050406030204" pitchFamily="18" charset="0"/>
                  <a:ea typeface="Cambria" panose="02040503050406030204" pitchFamily="18" charset="0"/>
                </a:rPr>
                <a:t>Zero skewness (symmetric)</a:t>
              </a:r>
              <a:endParaRPr lang="en-GB" sz="4800" b="1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1D9808C-2D5D-D72B-D763-967B718652C3}"/>
                </a:ext>
              </a:extLst>
            </p:cNvPr>
            <p:cNvSpPr txBox="1"/>
            <p:nvPr/>
          </p:nvSpPr>
          <p:spPr>
            <a:xfrm>
              <a:off x="1136089" y="3271819"/>
              <a:ext cx="99198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The distribution is perfectly balanced around the </a:t>
              </a:r>
              <a:r>
                <a:rPr lang="en-GB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center</a:t>
              </a:r>
              <a:r>
                <a: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, like a normal distribution. The mean equals the median.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C7A82F-C2FE-E447-8E23-8E6172EA8566}"/>
                </a:ext>
              </a:extLst>
            </p:cNvPr>
            <p:cNvSpPr txBox="1"/>
            <p:nvPr/>
          </p:nvSpPr>
          <p:spPr>
            <a:xfrm>
              <a:off x="3392624" y="4481225"/>
              <a:ext cx="320478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Bell shaped curve.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Mean = Median = Mode.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Skewness = 0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6301DEE-EED3-4141-05E4-3437A7165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7186" y="4076387"/>
              <a:ext cx="3204781" cy="261360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62A710-D9F2-0CF6-8692-9D768F4C1DB9}"/>
              </a:ext>
            </a:extLst>
          </p:cNvPr>
          <p:cNvGrpSpPr/>
          <p:nvPr/>
        </p:nvGrpSpPr>
        <p:grpSpPr>
          <a:xfrm>
            <a:off x="1136089" y="2491712"/>
            <a:ext cx="9919822" cy="3861456"/>
            <a:chOff x="12008411" y="2390024"/>
            <a:chExt cx="9919822" cy="386145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C85F85E-4A82-17C8-2A32-4DC18DE5A09A}"/>
                </a:ext>
              </a:extLst>
            </p:cNvPr>
            <p:cNvGrpSpPr/>
            <p:nvPr/>
          </p:nvGrpSpPr>
          <p:grpSpPr>
            <a:xfrm>
              <a:off x="12008411" y="2390024"/>
              <a:ext cx="9919822" cy="3153030"/>
              <a:chOff x="1136089" y="2390024"/>
              <a:chExt cx="9919822" cy="3153030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247BB6-7EA7-052E-D0FF-DA237A195A32}"/>
                  </a:ext>
                </a:extLst>
              </p:cNvPr>
              <p:cNvSpPr txBox="1"/>
              <p:nvPr/>
            </p:nvSpPr>
            <p:spPr>
              <a:xfrm>
                <a:off x="1349318" y="2390024"/>
                <a:ext cx="962122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4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Positive skewness (right-skewed)</a:t>
                </a:r>
                <a:endParaRPr lang="en-GB" sz="4800" b="1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1DFDE9-56D8-496A-E60A-872E99C92DF3}"/>
                  </a:ext>
                </a:extLst>
              </p:cNvPr>
              <p:cNvSpPr txBox="1"/>
              <p:nvPr/>
            </p:nvSpPr>
            <p:spPr>
              <a:xfrm>
                <a:off x="1136089" y="3271819"/>
                <a:ext cx="99198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The tail extends more to the right side. Most data points cluster on the left, with fewer high values creating a long right tail. The mean is typically greater than the median</a:t>
                </a:r>
                <a:endPara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7957147-E64F-34A4-9A03-C7C9B9F5C2D2}"/>
                  </a:ext>
                </a:extLst>
              </p:cNvPr>
              <p:cNvSpPr txBox="1"/>
              <p:nvPr/>
            </p:nvSpPr>
            <p:spPr>
              <a:xfrm>
                <a:off x="6907118" y="4342725"/>
                <a:ext cx="32047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Tail extends right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Mean &gt; Median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Few high values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Left-side data clustering</a:t>
                </a: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D817A0C-57CD-CE35-D14A-9944F2879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37248" y="4076387"/>
              <a:ext cx="4036744" cy="2175093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F485040-F819-1317-B406-DB1657442B40}"/>
              </a:ext>
            </a:extLst>
          </p:cNvPr>
          <p:cNvGrpSpPr/>
          <p:nvPr/>
        </p:nvGrpSpPr>
        <p:grpSpPr>
          <a:xfrm>
            <a:off x="12607982" y="2636039"/>
            <a:ext cx="9919822" cy="3288531"/>
            <a:chOff x="1136089" y="2491712"/>
            <a:chExt cx="9919822" cy="328853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2FFA090-C610-E140-934F-76B297269759}"/>
                </a:ext>
              </a:extLst>
            </p:cNvPr>
            <p:cNvGrpSpPr/>
            <p:nvPr/>
          </p:nvGrpSpPr>
          <p:grpSpPr>
            <a:xfrm>
              <a:off x="1136089" y="2491712"/>
              <a:ext cx="9919822" cy="3047771"/>
              <a:chOff x="1136089" y="2390024"/>
              <a:chExt cx="9919822" cy="304777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E9E420-47BB-5088-36BD-77D986604822}"/>
                  </a:ext>
                </a:extLst>
              </p:cNvPr>
              <p:cNvSpPr txBox="1"/>
              <p:nvPr/>
            </p:nvSpPr>
            <p:spPr>
              <a:xfrm>
                <a:off x="1471146" y="2390024"/>
                <a:ext cx="93775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4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Negative skewness (left-skewed)</a:t>
                </a:r>
                <a:endParaRPr lang="en-GB" sz="4800" b="1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64C01D-C41A-682E-1B7B-5DBF350FCCE0}"/>
                  </a:ext>
                </a:extLst>
              </p:cNvPr>
              <p:cNvSpPr txBox="1"/>
              <p:nvPr/>
            </p:nvSpPr>
            <p:spPr>
              <a:xfrm>
                <a:off x="1136089" y="3271819"/>
                <a:ext cx="99198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The tail extends more to the left side. Most data points cluster on the right, with fewer low values creating a long left tail. The mean is typically less than the median</a:t>
                </a:r>
                <a:endPara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B396EB2-4086-C2D9-7385-6DD0887EAF4B}"/>
                  </a:ext>
                </a:extLst>
              </p:cNvPr>
              <p:cNvSpPr txBox="1"/>
              <p:nvPr/>
            </p:nvSpPr>
            <p:spPr>
              <a:xfrm>
                <a:off x="2955146" y="4237466"/>
                <a:ext cx="32047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Tail extends left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Mean &lt; Median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Few low values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Right-side data clustering</a:t>
                </a: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BA52020-8FD6-7E4B-C985-FC4921C02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1644" y="4134837"/>
              <a:ext cx="3290812" cy="16454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3041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AFC4-9322-DA77-B504-C299EBC3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D7F961-2C15-C024-EFB5-9BC7DA608AE6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AA412F-7494-DD8E-BA54-E8509C3342B3}"/>
              </a:ext>
            </a:extLst>
          </p:cNvPr>
          <p:cNvSpPr txBox="1"/>
          <p:nvPr/>
        </p:nvSpPr>
        <p:spPr>
          <a:xfrm>
            <a:off x="4262806" y="393700"/>
            <a:ext cx="37942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GB" sz="6600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kewness</a:t>
            </a:r>
            <a:endParaRPr lang="en-GB" sz="66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FD5DE194-F120-3D64-2051-D4CA98C00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089" y="1433732"/>
            <a:ext cx="99198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Skewness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is a statistical measure that describes the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asymmetry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of a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probability distribution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or dataset around its mean. It tells us how much the data deviates from a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perfectly symmetrical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bell-shaped distribution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2E1DAF-57E1-2E27-3C9D-AC87886DCB4B}"/>
              </a:ext>
            </a:extLst>
          </p:cNvPr>
          <p:cNvGrpSpPr/>
          <p:nvPr/>
        </p:nvGrpSpPr>
        <p:grpSpPr>
          <a:xfrm>
            <a:off x="-10550241" y="2491712"/>
            <a:ext cx="9919822" cy="3861456"/>
            <a:chOff x="12008411" y="2390024"/>
            <a:chExt cx="9919822" cy="386145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995564A-C3D8-F3C5-6B55-E3EF23A73698}"/>
                </a:ext>
              </a:extLst>
            </p:cNvPr>
            <p:cNvGrpSpPr/>
            <p:nvPr/>
          </p:nvGrpSpPr>
          <p:grpSpPr>
            <a:xfrm>
              <a:off x="12008411" y="2390024"/>
              <a:ext cx="9919822" cy="3153030"/>
              <a:chOff x="1136089" y="2390024"/>
              <a:chExt cx="9919822" cy="3153030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33DD29-8EE9-89E2-FF4F-B94DE5ECCC5E}"/>
                  </a:ext>
                </a:extLst>
              </p:cNvPr>
              <p:cNvSpPr txBox="1"/>
              <p:nvPr/>
            </p:nvSpPr>
            <p:spPr>
              <a:xfrm>
                <a:off x="1349318" y="2390024"/>
                <a:ext cx="962122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4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Positive skewness (right-skewed)</a:t>
                </a:r>
                <a:endParaRPr lang="en-GB" sz="4800" b="1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15EFF13-A7A2-349A-56B8-1EAFD1756EB8}"/>
                  </a:ext>
                </a:extLst>
              </p:cNvPr>
              <p:cNvSpPr txBox="1"/>
              <p:nvPr/>
            </p:nvSpPr>
            <p:spPr>
              <a:xfrm>
                <a:off x="1136089" y="3271819"/>
                <a:ext cx="99198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The tail extends more to the right side. Most data points cluster on the left, with fewer high values creating a long right tail. The mean is typically greater than the median</a:t>
                </a:r>
                <a:endPara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5FA1511-E3A3-09F3-CE2B-2649128513F7}"/>
                  </a:ext>
                </a:extLst>
              </p:cNvPr>
              <p:cNvSpPr txBox="1"/>
              <p:nvPr/>
            </p:nvSpPr>
            <p:spPr>
              <a:xfrm>
                <a:off x="6907118" y="4342725"/>
                <a:ext cx="32047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Tail extends right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Mean &gt; Median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Few high values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Left-side data clustering</a:t>
                </a: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0D7EB62-AE9C-E8CE-248B-20B62DDF3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37248" y="4076387"/>
              <a:ext cx="4036744" cy="2175093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5C7F264-1638-EA10-4617-5FEDE0B48BCE}"/>
              </a:ext>
            </a:extLst>
          </p:cNvPr>
          <p:cNvGrpSpPr/>
          <p:nvPr/>
        </p:nvGrpSpPr>
        <p:grpSpPr>
          <a:xfrm>
            <a:off x="1136089" y="2491712"/>
            <a:ext cx="9919822" cy="3288531"/>
            <a:chOff x="1136089" y="2491712"/>
            <a:chExt cx="9919822" cy="328853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A36859B-1C3C-E17A-E4E9-E17005C24D41}"/>
                </a:ext>
              </a:extLst>
            </p:cNvPr>
            <p:cNvGrpSpPr/>
            <p:nvPr/>
          </p:nvGrpSpPr>
          <p:grpSpPr>
            <a:xfrm>
              <a:off x="1136089" y="2491712"/>
              <a:ext cx="9919822" cy="3047771"/>
              <a:chOff x="1136089" y="2390024"/>
              <a:chExt cx="9919822" cy="304777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7A2CF9-650B-7E85-0625-5ECADDFAE67F}"/>
                  </a:ext>
                </a:extLst>
              </p:cNvPr>
              <p:cNvSpPr txBox="1"/>
              <p:nvPr/>
            </p:nvSpPr>
            <p:spPr>
              <a:xfrm>
                <a:off x="1471146" y="2390024"/>
                <a:ext cx="93775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4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Negative skewness (left-skewed)</a:t>
                </a:r>
                <a:endParaRPr lang="en-GB" sz="4800" b="1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8B045E-9C28-6818-C76D-58C204A59AD8}"/>
                  </a:ext>
                </a:extLst>
              </p:cNvPr>
              <p:cNvSpPr txBox="1"/>
              <p:nvPr/>
            </p:nvSpPr>
            <p:spPr>
              <a:xfrm>
                <a:off x="1136089" y="3271819"/>
                <a:ext cx="99198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The tail extends more to the left side. Most data points cluster on the right, with fewer low values creating a long left tail. The mean is typically less than the median</a:t>
                </a:r>
                <a:endPara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58CEA4-0DDD-1F06-1089-96D585BE4ED6}"/>
                  </a:ext>
                </a:extLst>
              </p:cNvPr>
              <p:cNvSpPr txBox="1"/>
              <p:nvPr/>
            </p:nvSpPr>
            <p:spPr>
              <a:xfrm>
                <a:off x="2955146" y="4237466"/>
                <a:ext cx="32047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Tail extends left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Mean &lt; Median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Few low values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Right-side data clustering</a:t>
                </a: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D362AF7-E6D4-9165-73A6-B6EF03229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1644" y="4134837"/>
              <a:ext cx="3290812" cy="1645406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EDA507F-DB1D-E0C5-D7BB-31F61BF567F4}"/>
              </a:ext>
            </a:extLst>
          </p:cNvPr>
          <p:cNvGrpSpPr/>
          <p:nvPr/>
        </p:nvGrpSpPr>
        <p:grpSpPr>
          <a:xfrm>
            <a:off x="13328089" y="2511974"/>
            <a:ext cx="4545924" cy="2713525"/>
            <a:chOff x="3886966" y="2519930"/>
            <a:chExt cx="4545924" cy="271352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D9D66FC-2B4C-476C-CB8C-844B14A229B4}"/>
                </a:ext>
              </a:extLst>
            </p:cNvPr>
            <p:cNvSpPr txBox="1"/>
            <p:nvPr/>
          </p:nvSpPr>
          <p:spPr>
            <a:xfrm>
              <a:off x="3886966" y="2519930"/>
              <a:ext cx="454592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800" b="1" dirty="0">
                  <a:latin typeface="Cambria" panose="02040503050406030204" pitchFamily="18" charset="0"/>
                  <a:ea typeface="Cambria" panose="02040503050406030204" pitchFamily="18" charset="0"/>
                </a:rPr>
                <a:t>Skewness Uses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F422A69-95D8-1244-6656-5BF4F484B161}"/>
                </a:ext>
              </a:extLst>
            </p:cNvPr>
            <p:cNvSpPr txBox="1"/>
            <p:nvPr/>
          </p:nvSpPr>
          <p:spPr>
            <a:xfrm>
              <a:off x="4488637" y="3479129"/>
              <a:ext cx="3342582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Data distribution assessment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Statistical test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Outlier detection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Risk analysis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Performance evaluation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Market research insights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12789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8E71-2FD6-9ED1-D9AF-68B2BA78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6A5225-F498-BA8F-89B7-CDDBD45EDFF6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61C7BC-4318-64D9-F820-F6AFC11CC615}"/>
              </a:ext>
            </a:extLst>
          </p:cNvPr>
          <p:cNvSpPr txBox="1"/>
          <p:nvPr/>
        </p:nvSpPr>
        <p:spPr>
          <a:xfrm>
            <a:off x="4262806" y="393700"/>
            <a:ext cx="37942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GB" sz="6600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kewness</a:t>
            </a:r>
            <a:endParaRPr lang="en-GB" sz="66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969BCC31-8DD2-0A5A-AF14-CD66D591E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089" y="1433732"/>
            <a:ext cx="99198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Skewness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is a statistical measure that describes the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asymmetry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of a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probability distribution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or dataset around its mean. It tells us how much the data deviates from a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perfectly symmetrical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bell-shaped distribution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48D2A4B-CCD9-9A3B-195C-984491E058C8}"/>
              </a:ext>
            </a:extLst>
          </p:cNvPr>
          <p:cNvGrpSpPr/>
          <p:nvPr/>
        </p:nvGrpSpPr>
        <p:grpSpPr>
          <a:xfrm>
            <a:off x="-10484411" y="2767627"/>
            <a:ext cx="9919822" cy="3288531"/>
            <a:chOff x="1136089" y="2491712"/>
            <a:chExt cx="9919822" cy="328853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DDF6358-D41C-BF0D-6C30-FB234442A688}"/>
                </a:ext>
              </a:extLst>
            </p:cNvPr>
            <p:cNvGrpSpPr/>
            <p:nvPr/>
          </p:nvGrpSpPr>
          <p:grpSpPr>
            <a:xfrm>
              <a:off x="1136089" y="2491712"/>
              <a:ext cx="9919822" cy="3047771"/>
              <a:chOff x="1136089" y="2390024"/>
              <a:chExt cx="9919822" cy="304777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F23D8A-E970-7FB6-63DB-14FFB6506B67}"/>
                  </a:ext>
                </a:extLst>
              </p:cNvPr>
              <p:cNvSpPr txBox="1"/>
              <p:nvPr/>
            </p:nvSpPr>
            <p:spPr>
              <a:xfrm>
                <a:off x="1471146" y="2390024"/>
                <a:ext cx="93775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48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Negative skewness (left-skewed)</a:t>
                </a:r>
                <a:endParaRPr lang="en-GB" sz="4800" b="1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2F5716F-A43E-3950-B439-1B4B1922C677}"/>
                  </a:ext>
                </a:extLst>
              </p:cNvPr>
              <p:cNvSpPr txBox="1"/>
              <p:nvPr/>
            </p:nvSpPr>
            <p:spPr>
              <a:xfrm>
                <a:off x="1136089" y="3271819"/>
                <a:ext cx="99198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The tail extends more to the left side. Most data points cluster on the right, with fewer low values creating a long left tail. The mean is typically less than the median</a:t>
                </a:r>
                <a:endPara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B90628-ADCD-F160-CD63-3AACDB83832E}"/>
                  </a:ext>
                </a:extLst>
              </p:cNvPr>
              <p:cNvSpPr txBox="1"/>
              <p:nvPr/>
            </p:nvSpPr>
            <p:spPr>
              <a:xfrm>
                <a:off x="2955146" y="4237466"/>
                <a:ext cx="32047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Tail extends left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Mean &lt; Median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Few low values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Right-side data clustering</a:t>
                </a: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67465C4-B046-EFA3-62B7-2D279A391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1644" y="4134837"/>
              <a:ext cx="3290812" cy="1645406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38C82F1-0B9E-4A2F-7568-55A4263AE1C2}"/>
              </a:ext>
            </a:extLst>
          </p:cNvPr>
          <p:cNvGrpSpPr/>
          <p:nvPr/>
        </p:nvGrpSpPr>
        <p:grpSpPr>
          <a:xfrm>
            <a:off x="3975866" y="2710743"/>
            <a:ext cx="4545924" cy="2713525"/>
            <a:chOff x="3886966" y="2519930"/>
            <a:chExt cx="4545924" cy="271352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EBF23A1-C2DA-6135-8676-55D2CDD43197}"/>
                </a:ext>
              </a:extLst>
            </p:cNvPr>
            <p:cNvSpPr txBox="1"/>
            <p:nvPr/>
          </p:nvSpPr>
          <p:spPr>
            <a:xfrm>
              <a:off x="3886966" y="2519930"/>
              <a:ext cx="454592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800" b="1" dirty="0">
                  <a:latin typeface="Cambria" panose="02040503050406030204" pitchFamily="18" charset="0"/>
                  <a:ea typeface="Cambria" panose="02040503050406030204" pitchFamily="18" charset="0"/>
                </a:rPr>
                <a:t>Skewness Uses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D0B3375-0991-93D7-1F25-460590C42BD9}"/>
                </a:ext>
              </a:extLst>
            </p:cNvPr>
            <p:cNvSpPr txBox="1"/>
            <p:nvPr/>
          </p:nvSpPr>
          <p:spPr>
            <a:xfrm>
              <a:off x="4488637" y="3479129"/>
              <a:ext cx="3342582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Data distribution assessment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Statistical test selection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Outlier detection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Risk analysis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Performance evaluation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Market research insights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7FDE825-2B90-8030-E1E9-DEE2B9A3A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202" y="6986201"/>
            <a:ext cx="5625251" cy="401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173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F15C7-730D-B2A8-6D51-7F465194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8200C-A12F-8E37-2661-BC24CB8EC856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EA1AFE-FFE8-BEC8-A188-E822269107AC}"/>
              </a:ext>
            </a:extLst>
          </p:cNvPr>
          <p:cNvSpPr txBox="1"/>
          <p:nvPr/>
        </p:nvSpPr>
        <p:spPr>
          <a:xfrm>
            <a:off x="3048000" y="34806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b="1" i="1" dirty="0">
                <a:latin typeface="Cambria" panose="02040503050406030204" pitchFamily="18" charset="0"/>
                <a:ea typeface="Cambria" panose="02040503050406030204" pitchFamily="18" charset="0"/>
              </a:rPr>
              <a:t>Kurtosis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D178F0-0D55-6FE3-7734-0F2B7225CB27}"/>
              </a:ext>
            </a:extLst>
          </p:cNvPr>
          <p:cNvSpPr txBox="1"/>
          <p:nvPr/>
        </p:nvSpPr>
        <p:spPr>
          <a:xfrm>
            <a:off x="1212850" y="1536026"/>
            <a:ext cx="976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How much data is concentrated in the tails versus the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center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of the distribution, and how sharp or flat the peak is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687BD0-9C5A-3382-6F77-AAC2A7D29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049" y="2491193"/>
            <a:ext cx="5625251" cy="4018747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B9AA43B-B8B5-A72C-9DD6-DCBC98122B80}"/>
              </a:ext>
            </a:extLst>
          </p:cNvPr>
          <p:cNvGrpSpPr/>
          <p:nvPr/>
        </p:nvGrpSpPr>
        <p:grpSpPr>
          <a:xfrm rot="18331524">
            <a:off x="-5235222" y="-6786797"/>
            <a:ext cx="11655425" cy="3025718"/>
            <a:chOff x="152400" y="2057399"/>
            <a:chExt cx="11655425" cy="3025718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008C5C2-E669-0534-59D6-3A874B98AD6B}"/>
                </a:ext>
              </a:extLst>
            </p:cNvPr>
            <p:cNvSpPr/>
            <p:nvPr/>
          </p:nvSpPr>
          <p:spPr>
            <a:xfrm>
              <a:off x="152400" y="2057399"/>
              <a:ext cx="2743200" cy="2743200"/>
            </a:xfrm>
            <a:prstGeom prst="ellipse">
              <a:avLst/>
            </a:prstGeom>
            <a:blipFill>
              <a:blip r:embed="rId3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0F8BB0A-6236-5F39-F7C5-8EFA5CCE8757}"/>
                </a:ext>
              </a:extLst>
            </p:cNvPr>
            <p:cNvSpPr txBox="1"/>
            <p:nvPr/>
          </p:nvSpPr>
          <p:spPr>
            <a:xfrm>
              <a:off x="3279775" y="292838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Distribution with sharp peak and heavy/thick tails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5CDD02-D058-E07D-6861-2980A8CE5CCA}"/>
                </a:ext>
              </a:extLst>
            </p:cNvPr>
            <p:cNvSpPr txBox="1"/>
            <p:nvPr/>
          </p:nvSpPr>
          <p:spPr>
            <a:xfrm>
              <a:off x="3279775" y="3605789"/>
              <a:ext cx="3921907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Tall, sharp peak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Heavy, thick tails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More extreme values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Higher concentration around mean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Positive excess kurtosis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7BF280B-F802-3E25-CF7E-2690140B1231}"/>
                </a:ext>
              </a:extLst>
            </p:cNvPr>
            <p:cNvSpPr txBox="1"/>
            <p:nvPr/>
          </p:nvSpPr>
          <p:spPr>
            <a:xfrm>
              <a:off x="3279775" y="2057399"/>
              <a:ext cx="85280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Leptokurtic Distribution (Kurtosis &gt; 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53638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2616F-2F62-F13B-E725-92A29B74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AEC44F-621E-4533-85F3-4E73327CA944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88B76-66FE-D533-DB1C-0975ECE05131}"/>
              </a:ext>
            </a:extLst>
          </p:cNvPr>
          <p:cNvSpPr txBox="1"/>
          <p:nvPr/>
        </p:nvSpPr>
        <p:spPr>
          <a:xfrm>
            <a:off x="3048000" y="34806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b="1" i="1" dirty="0">
                <a:latin typeface="Cambria" panose="02040503050406030204" pitchFamily="18" charset="0"/>
                <a:ea typeface="Cambria" panose="02040503050406030204" pitchFamily="18" charset="0"/>
              </a:rPr>
              <a:t>Kurtosis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3FDE4-981F-202C-7B29-411457E83A8D}"/>
              </a:ext>
            </a:extLst>
          </p:cNvPr>
          <p:cNvSpPr txBox="1"/>
          <p:nvPr/>
        </p:nvSpPr>
        <p:spPr>
          <a:xfrm>
            <a:off x="10033000" y="7271940"/>
            <a:ext cx="976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How much data is concentrated in the tails versus the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center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of the distribution, and how sharp or flat the peak is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41AE95-86A9-0E0C-2424-5D00DC4CC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92126" y="-4612731"/>
            <a:ext cx="5625251" cy="401874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BBB2185-B5CB-EAC7-D3CF-419850087F2D}"/>
              </a:ext>
            </a:extLst>
          </p:cNvPr>
          <p:cNvSpPr/>
          <p:nvPr/>
        </p:nvSpPr>
        <p:spPr>
          <a:xfrm>
            <a:off x="-6705600" y="-685801"/>
            <a:ext cx="8229600" cy="8229600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EFBFED-2296-C03F-8652-D27CD185C847}"/>
              </a:ext>
            </a:extLst>
          </p:cNvPr>
          <p:cNvGrpSpPr/>
          <p:nvPr/>
        </p:nvGrpSpPr>
        <p:grpSpPr>
          <a:xfrm>
            <a:off x="75398" y="1998857"/>
            <a:ext cx="11655425" cy="3025718"/>
            <a:chOff x="152400" y="2057399"/>
            <a:chExt cx="11655425" cy="3025718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DA02A1B-2C31-B16E-AAE4-3E621E4E61C2}"/>
                </a:ext>
              </a:extLst>
            </p:cNvPr>
            <p:cNvSpPr/>
            <p:nvPr/>
          </p:nvSpPr>
          <p:spPr>
            <a:xfrm>
              <a:off x="152400" y="2057399"/>
              <a:ext cx="2743200" cy="2743200"/>
            </a:xfrm>
            <a:prstGeom prst="ellipse">
              <a:avLst/>
            </a:prstGeom>
            <a:blipFill>
              <a:blip r:embed="rId3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B8ADE68-7670-3B98-92F1-2757591BB13D}"/>
                </a:ext>
              </a:extLst>
            </p:cNvPr>
            <p:cNvSpPr txBox="1"/>
            <p:nvPr/>
          </p:nvSpPr>
          <p:spPr>
            <a:xfrm>
              <a:off x="3279775" y="292838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Distribution with sharp peak and heavy/thick tails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E59E15B-FF65-4939-3EE6-9978C46B5A18}"/>
                </a:ext>
              </a:extLst>
            </p:cNvPr>
            <p:cNvSpPr txBox="1"/>
            <p:nvPr/>
          </p:nvSpPr>
          <p:spPr>
            <a:xfrm>
              <a:off x="3279775" y="3605789"/>
              <a:ext cx="3921907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Tall, sharp peak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Heavy, thick tails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More extreme values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Higher concentration around mean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Positive excess kurtosis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95BBAE7-0502-A3C0-5A5B-DF1F4C434249}"/>
                </a:ext>
              </a:extLst>
            </p:cNvPr>
            <p:cNvSpPr txBox="1"/>
            <p:nvPr/>
          </p:nvSpPr>
          <p:spPr>
            <a:xfrm>
              <a:off x="3279775" y="2057399"/>
              <a:ext cx="85280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Leptokurtic Distribution (Kurtosis &gt; 3)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B48285B-0DD2-C794-152E-E7A37CACA56D}"/>
              </a:ext>
            </a:extLst>
          </p:cNvPr>
          <p:cNvGrpSpPr/>
          <p:nvPr/>
        </p:nvGrpSpPr>
        <p:grpSpPr>
          <a:xfrm rot="18756977">
            <a:off x="-4022233" y="-5677638"/>
            <a:ext cx="11655425" cy="3007625"/>
            <a:chOff x="152400" y="2057399"/>
            <a:chExt cx="11655425" cy="300762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CE223A1-4305-11B0-1F9C-3A30CF03B837}"/>
                </a:ext>
              </a:extLst>
            </p:cNvPr>
            <p:cNvSpPr/>
            <p:nvPr/>
          </p:nvSpPr>
          <p:spPr>
            <a:xfrm>
              <a:off x="152400" y="2057399"/>
              <a:ext cx="2743200" cy="2743200"/>
            </a:xfrm>
            <a:prstGeom prst="ellipse">
              <a:avLst/>
            </a:prstGeom>
            <a:blipFill>
              <a:blip r:embed="rId4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4988F43-3769-126E-5B28-57D241CB5C70}"/>
                </a:ext>
              </a:extLst>
            </p:cNvPr>
            <p:cNvSpPr txBox="1"/>
            <p:nvPr/>
          </p:nvSpPr>
          <p:spPr>
            <a:xfrm>
              <a:off x="3279775" y="292838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Distribution with flat peak and light/thin tails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DA77EF7-D531-A2FD-8CAB-2911205AF681}"/>
                </a:ext>
              </a:extLst>
            </p:cNvPr>
            <p:cNvSpPr txBox="1"/>
            <p:nvPr/>
          </p:nvSpPr>
          <p:spPr>
            <a:xfrm>
              <a:off x="3359529" y="3587696"/>
              <a:ext cx="2928174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Flat, wide peak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Light, thin tails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Fewer extreme values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More uniform distribution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Negative excess kurtosis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AD5D819-F4FE-C1DF-B918-DFCA672640FD}"/>
                </a:ext>
              </a:extLst>
            </p:cNvPr>
            <p:cNvSpPr txBox="1"/>
            <p:nvPr/>
          </p:nvSpPr>
          <p:spPr>
            <a:xfrm>
              <a:off x="3279775" y="2057399"/>
              <a:ext cx="85280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dirty="0"/>
                <a:t>Platykurtic Distribution (Kurtosis &lt; 3)</a:t>
              </a:r>
              <a:endParaRPr lang="en-GB" sz="36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4549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0E386-6105-0956-C4E2-B9E74B34A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D75E4B-51E4-0650-CCA0-275F5C35A6E8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84978-23B6-8FF5-7573-F74B39BB7745}"/>
              </a:ext>
            </a:extLst>
          </p:cNvPr>
          <p:cNvSpPr txBox="1"/>
          <p:nvPr/>
        </p:nvSpPr>
        <p:spPr>
          <a:xfrm>
            <a:off x="3048000" y="34806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b="1" i="1" dirty="0">
                <a:latin typeface="Cambria" panose="02040503050406030204" pitchFamily="18" charset="0"/>
                <a:ea typeface="Cambria" panose="02040503050406030204" pitchFamily="18" charset="0"/>
              </a:rPr>
              <a:t>Kurtosis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9B0D2C-06B9-59E9-83A8-DD3884C35D27}"/>
              </a:ext>
            </a:extLst>
          </p:cNvPr>
          <p:cNvSpPr/>
          <p:nvPr/>
        </p:nvSpPr>
        <p:spPr>
          <a:xfrm>
            <a:off x="-6705600" y="-685801"/>
            <a:ext cx="8229600" cy="8229600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083DEC-0FC8-992A-27C4-B0F1A2B335E0}"/>
              </a:ext>
            </a:extLst>
          </p:cNvPr>
          <p:cNvGrpSpPr/>
          <p:nvPr/>
        </p:nvGrpSpPr>
        <p:grpSpPr>
          <a:xfrm rot="18375809">
            <a:off x="-4434184" y="-6420256"/>
            <a:ext cx="11655425" cy="2952099"/>
            <a:chOff x="152400" y="2057399"/>
            <a:chExt cx="11655425" cy="2952099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1746E45-7A01-CA4A-FDD6-83F650780875}"/>
                </a:ext>
              </a:extLst>
            </p:cNvPr>
            <p:cNvSpPr/>
            <p:nvPr/>
          </p:nvSpPr>
          <p:spPr>
            <a:xfrm>
              <a:off x="152400" y="2057399"/>
              <a:ext cx="2743200" cy="2743200"/>
            </a:xfrm>
            <a:prstGeom prst="ellipse">
              <a:avLst/>
            </a:prstGeom>
            <a:blipFill>
              <a:blip r:embed="rId2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BF713F5-8B1C-1C19-9D63-FDEF1F6D2A92}"/>
                </a:ext>
              </a:extLst>
            </p:cNvPr>
            <p:cNvSpPr txBox="1"/>
            <p:nvPr/>
          </p:nvSpPr>
          <p:spPr>
            <a:xfrm>
              <a:off x="3279775" y="292838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Distribution with normal-like tail </a:t>
              </a:r>
              <a:r>
                <a:rPr lang="en-GB" dirty="0" err="1">
                  <a:latin typeface="Cambria" panose="02040503050406030204" pitchFamily="18" charset="0"/>
                  <a:ea typeface="Cambria" panose="02040503050406030204" pitchFamily="18" charset="0"/>
                </a:rPr>
                <a:t>behavior</a:t>
              </a: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 and peak shape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134399-97D6-741D-2414-6C484048AC71}"/>
                </a:ext>
              </a:extLst>
            </p:cNvPr>
            <p:cNvSpPr txBox="1"/>
            <p:nvPr/>
          </p:nvSpPr>
          <p:spPr>
            <a:xfrm>
              <a:off x="3279775" y="3532170"/>
              <a:ext cx="3313728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Normal distribution baseline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Moderate peak height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Standard tail thickness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Balanced extreme values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Excess kurtosis = 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7189D32-FE27-D29A-D8E8-BCF39FF0CB41}"/>
                </a:ext>
              </a:extLst>
            </p:cNvPr>
            <p:cNvSpPr txBox="1"/>
            <p:nvPr/>
          </p:nvSpPr>
          <p:spPr>
            <a:xfrm>
              <a:off x="3279775" y="2057399"/>
              <a:ext cx="85280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GB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Mesokurtic Distribution (Kurtosis = 3)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A696886-34B5-1A0A-D7AA-F979E6012A0A}"/>
              </a:ext>
            </a:extLst>
          </p:cNvPr>
          <p:cNvGrpSpPr/>
          <p:nvPr/>
        </p:nvGrpSpPr>
        <p:grpSpPr>
          <a:xfrm>
            <a:off x="75398" y="1998857"/>
            <a:ext cx="11655425" cy="3007625"/>
            <a:chOff x="152400" y="2057399"/>
            <a:chExt cx="11655425" cy="300762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CB14A82-BBD0-FA11-331B-FB372B480F88}"/>
                </a:ext>
              </a:extLst>
            </p:cNvPr>
            <p:cNvSpPr/>
            <p:nvPr/>
          </p:nvSpPr>
          <p:spPr>
            <a:xfrm>
              <a:off x="152400" y="2057399"/>
              <a:ext cx="2743200" cy="2743200"/>
            </a:xfrm>
            <a:prstGeom prst="ellipse">
              <a:avLst/>
            </a:prstGeom>
            <a:blipFill>
              <a:blip r:embed="rId3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933A8F7-10B7-0400-8768-51B79D6C02BE}"/>
                </a:ext>
              </a:extLst>
            </p:cNvPr>
            <p:cNvSpPr txBox="1"/>
            <p:nvPr/>
          </p:nvSpPr>
          <p:spPr>
            <a:xfrm>
              <a:off x="3279775" y="292838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Distribution with flat peak and light/thin tails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14DB8F-FED5-146D-4EB0-BD3BB6ED285E}"/>
                </a:ext>
              </a:extLst>
            </p:cNvPr>
            <p:cNvSpPr txBox="1"/>
            <p:nvPr/>
          </p:nvSpPr>
          <p:spPr>
            <a:xfrm>
              <a:off x="3359529" y="3587696"/>
              <a:ext cx="2928174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Flat, wide peak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Light, thin tails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Fewer extreme values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More uniform distribution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Negative excess kurtosis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72C7AD-A41A-1643-C584-5FCE63335982}"/>
                </a:ext>
              </a:extLst>
            </p:cNvPr>
            <p:cNvSpPr txBox="1"/>
            <p:nvPr/>
          </p:nvSpPr>
          <p:spPr>
            <a:xfrm>
              <a:off x="3279775" y="2057399"/>
              <a:ext cx="85280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dirty="0"/>
                <a:t>Platykurtic Distribution (Kurtosis &lt; 3)</a:t>
              </a:r>
              <a:endParaRPr lang="en-GB" sz="36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DD7100E-7CEE-C299-F8D8-1127E476DB9B}"/>
              </a:ext>
            </a:extLst>
          </p:cNvPr>
          <p:cNvGrpSpPr/>
          <p:nvPr/>
        </p:nvGrpSpPr>
        <p:grpSpPr>
          <a:xfrm rot="2284672">
            <a:off x="-3616370" y="9359215"/>
            <a:ext cx="11655425" cy="2952100"/>
            <a:chOff x="152400" y="2057399"/>
            <a:chExt cx="11655425" cy="29521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A9E8E17-C687-9D0D-8B4F-6DFEBA25AF71}"/>
                </a:ext>
              </a:extLst>
            </p:cNvPr>
            <p:cNvSpPr/>
            <p:nvPr/>
          </p:nvSpPr>
          <p:spPr>
            <a:xfrm>
              <a:off x="152400" y="2057399"/>
              <a:ext cx="2743200" cy="2743200"/>
            </a:xfrm>
            <a:prstGeom prst="ellipse">
              <a:avLst/>
            </a:prstGeom>
            <a:blipFill>
              <a:blip r:embed="rId4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6A59DF6-7536-276C-5FDD-A38ECDB62F16}"/>
                </a:ext>
              </a:extLst>
            </p:cNvPr>
            <p:cNvSpPr txBox="1"/>
            <p:nvPr/>
          </p:nvSpPr>
          <p:spPr>
            <a:xfrm>
              <a:off x="3279775" y="292838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Distribution with sharp peak and heavy/thick tails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44DA5A6-381E-3266-48C1-A7AF8D973749}"/>
                </a:ext>
              </a:extLst>
            </p:cNvPr>
            <p:cNvSpPr txBox="1"/>
            <p:nvPr/>
          </p:nvSpPr>
          <p:spPr>
            <a:xfrm>
              <a:off x="2975686" y="3532171"/>
              <a:ext cx="3921907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Tall, sharp peak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Heavy, thick tails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More extreme values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Higher concentration around mean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Positive excess kurtosis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15C88E9-51E2-2289-5CEE-4F57916E82A4}"/>
                </a:ext>
              </a:extLst>
            </p:cNvPr>
            <p:cNvSpPr txBox="1"/>
            <p:nvPr/>
          </p:nvSpPr>
          <p:spPr>
            <a:xfrm>
              <a:off x="3279775" y="2057399"/>
              <a:ext cx="85280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Leptokurtic Distribution (Kurtosis &gt; 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5485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87F2-F745-251B-A6D0-017832DA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F1EC-BA17-444B-2CB1-6F88A05C7967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ACE165-6714-699D-AA55-EE14612D85DA}"/>
              </a:ext>
            </a:extLst>
          </p:cNvPr>
          <p:cNvSpPr txBox="1"/>
          <p:nvPr/>
        </p:nvSpPr>
        <p:spPr>
          <a:xfrm>
            <a:off x="3048000" y="34806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b="1" i="1" dirty="0">
                <a:latin typeface="Cambria" panose="02040503050406030204" pitchFamily="18" charset="0"/>
                <a:ea typeface="Cambria" panose="02040503050406030204" pitchFamily="18" charset="0"/>
              </a:rPr>
              <a:t>Kurtosis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5E17D9-81A3-FE30-8BC6-714DF8E54641}"/>
              </a:ext>
            </a:extLst>
          </p:cNvPr>
          <p:cNvSpPr txBox="1"/>
          <p:nvPr/>
        </p:nvSpPr>
        <p:spPr>
          <a:xfrm>
            <a:off x="10033000" y="7271940"/>
            <a:ext cx="976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How much data is concentrated in the tails versus the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center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of the distribution, and how sharp or flat the peak is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37662A-237F-5617-E404-682C38846B11}"/>
              </a:ext>
            </a:extLst>
          </p:cNvPr>
          <p:cNvSpPr/>
          <p:nvPr/>
        </p:nvSpPr>
        <p:spPr>
          <a:xfrm>
            <a:off x="-6705600" y="-685801"/>
            <a:ext cx="8229600" cy="8229600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66E4C9-7F6D-D66B-708C-A39AE34FBECD}"/>
              </a:ext>
            </a:extLst>
          </p:cNvPr>
          <p:cNvGrpSpPr/>
          <p:nvPr/>
        </p:nvGrpSpPr>
        <p:grpSpPr>
          <a:xfrm>
            <a:off x="152400" y="2057399"/>
            <a:ext cx="11655425" cy="2952099"/>
            <a:chOff x="152400" y="2057399"/>
            <a:chExt cx="11655425" cy="2952099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124BFBE-396E-7DF0-4744-F760FCC89D6E}"/>
                </a:ext>
              </a:extLst>
            </p:cNvPr>
            <p:cNvSpPr/>
            <p:nvPr/>
          </p:nvSpPr>
          <p:spPr>
            <a:xfrm>
              <a:off x="152400" y="2057399"/>
              <a:ext cx="2743200" cy="2743200"/>
            </a:xfrm>
            <a:prstGeom prst="ellipse">
              <a:avLst/>
            </a:prstGeom>
            <a:blipFill>
              <a:blip r:embed="rId2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387F05-2D1F-7735-FD97-8D0D88381796}"/>
                </a:ext>
              </a:extLst>
            </p:cNvPr>
            <p:cNvSpPr txBox="1"/>
            <p:nvPr/>
          </p:nvSpPr>
          <p:spPr>
            <a:xfrm>
              <a:off x="3279775" y="292838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Distribution with normal-like tail </a:t>
              </a:r>
              <a:r>
                <a:rPr lang="en-GB" dirty="0" err="1">
                  <a:latin typeface="Cambria" panose="02040503050406030204" pitchFamily="18" charset="0"/>
                  <a:ea typeface="Cambria" panose="02040503050406030204" pitchFamily="18" charset="0"/>
                </a:rPr>
                <a:t>behavior</a:t>
              </a: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 and peak shape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ACA336-D558-892C-134E-95087BEDDE73}"/>
                </a:ext>
              </a:extLst>
            </p:cNvPr>
            <p:cNvSpPr txBox="1"/>
            <p:nvPr/>
          </p:nvSpPr>
          <p:spPr>
            <a:xfrm>
              <a:off x="3279775" y="3532170"/>
              <a:ext cx="3313728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Normal distribution baseline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Moderate peak height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Standard tail thickness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Balanced extreme values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Excess kurtosis = 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062C94-1A77-1E68-4563-A871B967C25A}"/>
                </a:ext>
              </a:extLst>
            </p:cNvPr>
            <p:cNvSpPr txBox="1"/>
            <p:nvPr/>
          </p:nvSpPr>
          <p:spPr>
            <a:xfrm>
              <a:off x="3279775" y="2057399"/>
              <a:ext cx="85280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GB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Mesokurtic Distribution (Kurtosis = 3)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94B3B3-2E3F-255D-8113-84ACA927B05A}"/>
              </a:ext>
            </a:extLst>
          </p:cNvPr>
          <p:cNvGrpSpPr/>
          <p:nvPr/>
        </p:nvGrpSpPr>
        <p:grpSpPr>
          <a:xfrm rot="1889860">
            <a:off x="-3352866" y="8704494"/>
            <a:ext cx="11655425" cy="3007625"/>
            <a:chOff x="152400" y="2057399"/>
            <a:chExt cx="11655425" cy="300762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7B0412B-DB29-5C0F-8252-1F8CA885FE69}"/>
                </a:ext>
              </a:extLst>
            </p:cNvPr>
            <p:cNvSpPr/>
            <p:nvPr/>
          </p:nvSpPr>
          <p:spPr>
            <a:xfrm>
              <a:off x="152400" y="2057399"/>
              <a:ext cx="2743200" cy="2743200"/>
            </a:xfrm>
            <a:prstGeom prst="ellipse">
              <a:avLst/>
            </a:prstGeom>
            <a:blipFill>
              <a:blip r:embed="rId3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2D5CB7-8F7B-2CAA-7EF7-D9450512D3A6}"/>
                </a:ext>
              </a:extLst>
            </p:cNvPr>
            <p:cNvSpPr txBox="1"/>
            <p:nvPr/>
          </p:nvSpPr>
          <p:spPr>
            <a:xfrm>
              <a:off x="3279775" y="292838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Distribution with flat peak and light/thin tails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C2953D-DE18-A345-741F-BEA848B2319F}"/>
                </a:ext>
              </a:extLst>
            </p:cNvPr>
            <p:cNvSpPr txBox="1"/>
            <p:nvPr/>
          </p:nvSpPr>
          <p:spPr>
            <a:xfrm>
              <a:off x="3359529" y="3587696"/>
              <a:ext cx="2928174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Flat, wide peak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Light, thin tails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Fewer extreme values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More uniform distribution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Negative excess kurtosis</a:t>
              </a:r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D4C4374-C871-B73F-FCCE-F20DC2841C7E}"/>
                </a:ext>
              </a:extLst>
            </p:cNvPr>
            <p:cNvSpPr txBox="1"/>
            <p:nvPr/>
          </p:nvSpPr>
          <p:spPr>
            <a:xfrm>
              <a:off x="3279775" y="2057399"/>
              <a:ext cx="85280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dirty="0"/>
                <a:t>Platykurtic Distribution (Kurtosis &lt; 3)</a:t>
              </a:r>
              <a:endParaRPr lang="en-GB" sz="36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86360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91211-027B-1120-7E60-2345B88E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4E1476-8142-E60A-3D3C-3F0506C66277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E956F2-9B1F-D8A9-E7A7-F2227133630B}"/>
              </a:ext>
            </a:extLst>
          </p:cNvPr>
          <p:cNvSpPr txBox="1"/>
          <p:nvPr/>
        </p:nvSpPr>
        <p:spPr>
          <a:xfrm>
            <a:off x="3048000" y="34806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7200" b="1" i="1" dirty="0">
                <a:latin typeface="Cambria" panose="02040503050406030204" pitchFamily="18" charset="0"/>
                <a:ea typeface="Cambria" panose="02040503050406030204" pitchFamily="18" charset="0"/>
              </a:rPr>
              <a:t>Kurtosis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8A10B3B-34EE-F800-AAB8-9AB612C867DB}"/>
              </a:ext>
            </a:extLst>
          </p:cNvPr>
          <p:cNvSpPr/>
          <p:nvPr/>
        </p:nvSpPr>
        <p:spPr>
          <a:xfrm>
            <a:off x="-8457151" y="-859831"/>
            <a:ext cx="8229600" cy="8229600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B2B8BDF-B9EF-75FB-8534-2379C8203BC0}"/>
              </a:ext>
            </a:extLst>
          </p:cNvPr>
          <p:cNvGrpSpPr/>
          <p:nvPr/>
        </p:nvGrpSpPr>
        <p:grpSpPr>
          <a:xfrm rot="2094905">
            <a:off x="-2794947" y="9579813"/>
            <a:ext cx="11655425" cy="2952099"/>
            <a:chOff x="152400" y="2057399"/>
            <a:chExt cx="11655425" cy="2952099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E9FF8BC-BDBC-FB59-131D-B1BA5BF3F318}"/>
                </a:ext>
              </a:extLst>
            </p:cNvPr>
            <p:cNvSpPr/>
            <p:nvPr/>
          </p:nvSpPr>
          <p:spPr>
            <a:xfrm>
              <a:off x="152400" y="2057399"/>
              <a:ext cx="2743200" cy="2743200"/>
            </a:xfrm>
            <a:prstGeom prst="ellipse">
              <a:avLst/>
            </a:prstGeom>
            <a:blipFill>
              <a:blip r:embed="rId2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5E6A34D-9372-D8FC-6803-91787551E5AB}"/>
                </a:ext>
              </a:extLst>
            </p:cNvPr>
            <p:cNvSpPr txBox="1"/>
            <p:nvPr/>
          </p:nvSpPr>
          <p:spPr>
            <a:xfrm>
              <a:off x="3279775" y="292838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Distribution with normal-like tail </a:t>
              </a:r>
              <a:r>
                <a:rPr lang="en-GB" dirty="0" err="1">
                  <a:latin typeface="Cambria" panose="02040503050406030204" pitchFamily="18" charset="0"/>
                  <a:ea typeface="Cambria" panose="02040503050406030204" pitchFamily="18" charset="0"/>
                </a:rPr>
                <a:t>behavior</a:t>
              </a: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 and peak shape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B605A5E-70E5-28A8-3B7E-32525CE098E7}"/>
                </a:ext>
              </a:extLst>
            </p:cNvPr>
            <p:cNvSpPr txBox="1"/>
            <p:nvPr/>
          </p:nvSpPr>
          <p:spPr>
            <a:xfrm>
              <a:off x="3279775" y="3532170"/>
              <a:ext cx="3313728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Normal distribution baseline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Moderate peak height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Standard tail thickness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Balanced extreme values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Excess kurtosis = 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301743-813C-981E-BEAA-778E478C660C}"/>
                </a:ext>
              </a:extLst>
            </p:cNvPr>
            <p:cNvSpPr txBox="1"/>
            <p:nvPr/>
          </p:nvSpPr>
          <p:spPr>
            <a:xfrm>
              <a:off x="3279775" y="2057399"/>
              <a:ext cx="85280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GB" sz="3600" b="1" dirty="0">
                  <a:latin typeface="Cambria" panose="02040503050406030204" pitchFamily="18" charset="0"/>
                  <a:ea typeface="Cambria" panose="02040503050406030204" pitchFamily="18" charset="0"/>
                </a:rPr>
                <a:t>Mesokurtic Distribution (Kurtosis = 3)</a:t>
              </a:r>
            </a:p>
          </p:txBody>
        </p:sp>
      </p:grpSp>
      <p:pic>
        <p:nvPicPr>
          <p:cNvPr id="6146" name="Picture 2">
            <a:extLst>
              <a:ext uri="{FF2B5EF4-FFF2-40B4-BE49-F238E27FC236}">
                <a16:creationId xmlns:a16="http://schemas.microsoft.com/office/drawing/2014/main" id="{6BF449D3-9D8A-9929-BA98-BB6420F73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265" y="1896450"/>
            <a:ext cx="3846318" cy="3878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527CC0-9122-7219-4680-DAA2B6B79EE4}"/>
              </a:ext>
            </a:extLst>
          </p:cNvPr>
          <p:cNvSpPr txBox="1"/>
          <p:nvPr/>
        </p:nvSpPr>
        <p:spPr>
          <a:xfrm>
            <a:off x="953411" y="1758855"/>
            <a:ext cx="5092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>
                <a:latin typeface="Cambria" panose="02040503050406030204" pitchFamily="18" charset="0"/>
                <a:ea typeface="Cambria" panose="02040503050406030204" pitchFamily="18" charset="0"/>
              </a:rPr>
              <a:t>Practical Uses of Kurtosis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B30D6CC-7B49-7D12-2231-0BB1AD448192}"/>
              </a:ext>
            </a:extLst>
          </p:cNvPr>
          <p:cNvGrpSpPr/>
          <p:nvPr/>
        </p:nvGrpSpPr>
        <p:grpSpPr>
          <a:xfrm>
            <a:off x="953411" y="2554096"/>
            <a:ext cx="4752728" cy="1034635"/>
            <a:chOff x="1293384" y="2602930"/>
            <a:chExt cx="4752728" cy="103463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4998FA-B652-8B96-98E9-33DB60B7450F}"/>
                </a:ext>
              </a:extLst>
            </p:cNvPr>
            <p:cNvSpPr/>
            <p:nvPr/>
          </p:nvSpPr>
          <p:spPr>
            <a:xfrm>
              <a:off x="1293384" y="2721695"/>
              <a:ext cx="228600" cy="2286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B29F058-7AD5-6B9F-41CC-6BD64E9B0612}"/>
                </a:ext>
              </a:extLst>
            </p:cNvPr>
            <p:cNvSpPr txBox="1"/>
            <p:nvPr/>
          </p:nvSpPr>
          <p:spPr>
            <a:xfrm>
              <a:off x="1521984" y="2602930"/>
              <a:ext cx="26250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>
                  <a:latin typeface="Cambria" panose="02040503050406030204" pitchFamily="18" charset="0"/>
                  <a:ea typeface="Cambria" panose="02040503050406030204" pitchFamily="18" charset="0"/>
                </a:rPr>
                <a:t>Outlier Detection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7A81259-23E7-37D0-B1BF-775BBDC624B1}"/>
                </a:ext>
              </a:extLst>
            </p:cNvPr>
            <p:cNvSpPr txBox="1"/>
            <p:nvPr/>
          </p:nvSpPr>
          <p:spPr>
            <a:xfrm>
              <a:off x="1537012" y="2991234"/>
              <a:ext cx="4509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High kurtosis indicates more extreme values that might need investigation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18DC2B6-26F4-0E99-83C8-89F30137AF1C}"/>
              </a:ext>
            </a:extLst>
          </p:cNvPr>
          <p:cNvGrpSpPr/>
          <p:nvPr/>
        </p:nvGrpSpPr>
        <p:grpSpPr>
          <a:xfrm>
            <a:off x="882417" y="3705966"/>
            <a:ext cx="4752728" cy="1034635"/>
            <a:chOff x="1293384" y="2602930"/>
            <a:chExt cx="4752728" cy="103463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1A3690B-C9B7-0E57-B934-4DBFA8B1FE1B}"/>
                </a:ext>
              </a:extLst>
            </p:cNvPr>
            <p:cNvSpPr/>
            <p:nvPr/>
          </p:nvSpPr>
          <p:spPr>
            <a:xfrm>
              <a:off x="1293384" y="2721695"/>
              <a:ext cx="228600" cy="2286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ADB829F-5403-E47B-32F9-5FD36B4460DA}"/>
                </a:ext>
              </a:extLst>
            </p:cNvPr>
            <p:cNvSpPr txBox="1"/>
            <p:nvPr/>
          </p:nvSpPr>
          <p:spPr>
            <a:xfrm>
              <a:off x="1521984" y="2602930"/>
              <a:ext cx="20504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>
                  <a:latin typeface="Cambria" panose="02040503050406030204" pitchFamily="18" charset="0"/>
                  <a:ea typeface="Cambria" panose="02040503050406030204" pitchFamily="18" charset="0"/>
                </a:rPr>
                <a:t>Risk Analysis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7C7781A-1F30-5AE9-25BA-84152F9AB4C6}"/>
                </a:ext>
              </a:extLst>
            </p:cNvPr>
            <p:cNvSpPr txBox="1"/>
            <p:nvPr/>
          </p:nvSpPr>
          <p:spPr>
            <a:xfrm>
              <a:off x="1537012" y="2991234"/>
              <a:ext cx="4509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Financial markets use kurtosis to assess investment risk and volatility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4C8EE1-DC46-B46A-3DBA-8E981E2657F2}"/>
              </a:ext>
            </a:extLst>
          </p:cNvPr>
          <p:cNvGrpSpPr/>
          <p:nvPr/>
        </p:nvGrpSpPr>
        <p:grpSpPr>
          <a:xfrm>
            <a:off x="953411" y="4740601"/>
            <a:ext cx="4752728" cy="1034635"/>
            <a:chOff x="1293384" y="2602930"/>
            <a:chExt cx="4752728" cy="103463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8ABE0D2-3505-A502-B896-02AAF89C3B1F}"/>
                </a:ext>
              </a:extLst>
            </p:cNvPr>
            <p:cNvSpPr/>
            <p:nvPr/>
          </p:nvSpPr>
          <p:spPr>
            <a:xfrm>
              <a:off x="1293384" y="2721695"/>
              <a:ext cx="228600" cy="2286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07844B-4B28-F913-5C2D-EF7948CE3BC4}"/>
                </a:ext>
              </a:extLst>
            </p:cNvPr>
            <p:cNvSpPr txBox="1"/>
            <p:nvPr/>
          </p:nvSpPr>
          <p:spPr>
            <a:xfrm>
              <a:off x="1521984" y="2602930"/>
              <a:ext cx="28210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>
                  <a:latin typeface="Cambria" panose="02040503050406030204" pitchFamily="18" charset="0"/>
                  <a:ea typeface="Cambria" panose="02040503050406030204" pitchFamily="18" charset="0"/>
                </a:rPr>
                <a:t>Shape Comparison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E778611-4CBA-8496-5CAD-4BF736310D79}"/>
                </a:ext>
              </a:extLst>
            </p:cNvPr>
            <p:cNvSpPr txBox="1"/>
            <p:nvPr/>
          </p:nvSpPr>
          <p:spPr>
            <a:xfrm>
              <a:off x="1537012" y="2991234"/>
              <a:ext cx="4509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GB" dirty="0">
                  <a:latin typeface="Cambria" panose="02040503050406030204" pitchFamily="18" charset="0"/>
                  <a:ea typeface="Cambria" panose="02040503050406030204" pitchFamily="18" charset="0"/>
                </a:rPr>
                <a:t>Compare different datasets to understand their distributional characteristics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77635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AD9B6-6F69-02C3-DD9A-9AB89B8A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DEC9176-A981-1E56-D3BC-B2326CAE4E4A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FCE6A6-7FE3-19EA-E556-EC681976B17C}"/>
              </a:ext>
            </a:extLst>
          </p:cNvPr>
          <p:cNvSpPr txBox="1"/>
          <p:nvPr/>
        </p:nvSpPr>
        <p:spPr>
          <a:xfrm>
            <a:off x="3925886" y="2225408"/>
            <a:ext cx="46816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i="1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GB" sz="72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969D35-4852-6D8C-EFF5-E7BCF010A02A}"/>
              </a:ext>
            </a:extLst>
          </p:cNvPr>
          <p:cNvSpPr txBox="1"/>
          <p:nvPr/>
        </p:nvSpPr>
        <p:spPr>
          <a:xfrm>
            <a:off x="1276956" y="3429000"/>
            <a:ext cx="96380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ambria" panose="02040503050406030204" pitchFamily="18" charset="0"/>
                <a:ea typeface="Cambria" panose="02040503050406030204" pitchFamily="18" charset="0"/>
              </a:rPr>
              <a:t>I'm 95% confident you enjoyed this!</a:t>
            </a:r>
          </a:p>
        </p:txBody>
      </p:sp>
    </p:spTree>
    <p:extLst>
      <p:ext uri="{BB962C8B-B14F-4D97-AF65-F5344CB8AC3E}">
        <p14:creationId xmlns:p14="http://schemas.microsoft.com/office/powerpoint/2010/main" val="13848315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1224</Words>
  <Application>Microsoft Office PowerPoint</Application>
  <PresentationFormat>Widescreen</PresentationFormat>
  <Paragraphs>188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Mahadi Hasan Fardin</dc:creator>
  <cp:lastModifiedBy>Mahadi Hasan Fardin</cp:lastModifiedBy>
  <cp:revision>4</cp:revision>
  <dcterms:created xsi:type="dcterms:W3CDTF">2025-09-14T13:38:08Z</dcterms:created>
  <dcterms:modified xsi:type="dcterms:W3CDTF">2025-09-14T19:58:42Z</dcterms:modified>
</cp:coreProperties>
</file>