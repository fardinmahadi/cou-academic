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49" r:id="rId2"/>
    <p:sldMasterId id="2147483673" r:id="rId3"/>
    <p:sldMasterId id="2147483697" r:id="rId4"/>
    <p:sldMasterId id="2147483917" r:id="rId5"/>
    <p:sldMasterId id="2147483930" r:id="rId6"/>
  </p:sldMasterIdLst>
  <p:notesMasterIdLst>
    <p:notesMasterId r:id="rId22"/>
  </p:notesMasterIdLst>
  <p:handoutMasterIdLst>
    <p:handoutMasterId r:id="rId23"/>
  </p:handoutMasterIdLst>
  <p:sldIdLst>
    <p:sldId id="345" r:id="rId7"/>
    <p:sldId id="487" r:id="rId8"/>
    <p:sldId id="509" r:id="rId9"/>
    <p:sldId id="510" r:id="rId10"/>
    <p:sldId id="511" r:id="rId11"/>
    <p:sldId id="515" r:id="rId12"/>
    <p:sldId id="516" r:id="rId13"/>
    <p:sldId id="517" r:id="rId14"/>
    <p:sldId id="518" r:id="rId15"/>
    <p:sldId id="519" r:id="rId16"/>
    <p:sldId id="505" r:id="rId17"/>
    <p:sldId id="514" r:id="rId18"/>
    <p:sldId id="520" r:id="rId19"/>
    <p:sldId id="527" r:id="rId20"/>
    <p:sldId id="435" r:id="rId21"/>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20FA9B9D-EBA2-484A-BEBB-C985D39332FA}">
          <p14:sldIdLst>
            <p14:sldId id="345"/>
            <p14:sldId id="487"/>
            <p14:sldId id="509"/>
            <p14:sldId id="510"/>
            <p14:sldId id="511"/>
            <p14:sldId id="515"/>
            <p14:sldId id="516"/>
            <p14:sldId id="517"/>
            <p14:sldId id="518"/>
            <p14:sldId id="519"/>
            <p14:sldId id="505"/>
            <p14:sldId id="514"/>
            <p14:sldId id="520"/>
            <p14:sldId id="527"/>
            <p14:sldId id="435"/>
          </p14:sldIdLst>
        </p14:section>
      </p14:sectionLst>
    </p:ext>
    <p:ext uri="{EFAFB233-063F-42B5-8137-9DF3F51BA10A}">
      <p15:sldGuideLst xmlns:p15="http://schemas.microsoft.com/office/powerpoint/2012/main">
        <p15:guide id="1" orient="horz" pos="204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000CC"/>
    <a:srgbClr val="CCECFF"/>
    <a:srgbClr val="FFFF66"/>
    <a:srgbClr val="FF5050"/>
    <a:srgbClr val="CCFF33"/>
    <a:srgbClr val="99FF99"/>
    <a:srgbClr val="FF9933"/>
    <a:srgbClr val="E1BD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50" autoAdjust="0"/>
    <p:restoredTop sz="85385" autoAdjust="0"/>
  </p:normalViewPr>
  <p:slideViewPr>
    <p:cSldViewPr>
      <p:cViewPr varScale="1">
        <p:scale>
          <a:sx n="75" d="100"/>
          <a:sy n="75" d="100"/>
        </p:scale>
        <p:origin x="1406" y="48"/>
      </p:cViewPr>
      <p:guideLst>
        <p:guide orient="horz" pos="2041"/>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80"/>
    </p:cViewPr>
  </p:sorter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GB"/>
          </a:p>
        </p:txBody>
      </p:sp>
      <p:sp>
        <p:nvSpPr>
          <p:cNvPr id="471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GB"/>
          </a:p>
        </p:txBody>
      </p:sp>
      <p:sp>
        <p:nvSpPr>
          <p:cNvPr id="471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GB"/>
          </a:p>
        </p:txBody>
      </p:sp>
      <p:sp>
        <p:nvSpPr>
          <p:cNvPr id="47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85B3E0D0-1152-4589-91DF-203E7BB4407E}" type="slidenum">
              <a:rPr lang="en-GB"/>
              <a:pPr>
                <a:defRPr/>
              </a:pPr>
              <a:t>‹#›</a:t>
            </a:fld>
            <a:endParaRPr lang="en-GB"/>
          </a:p>
        </p:txBody>
      </p:sp>
    </p:spTree>
    <p:extLst>
      <p:ext uri="{BB962C8B-B14F-4D97-AF65-F5344CB8AC3E}">
        <p14:creationId xmlns:p14="http://schemas.microsoft.com/office/powerpoint/2010/main" val="32766024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GB"/>
          </a:p>
        </p:txBody>
      </p:sp>
      <p:sp>
        <p:nvSpPr>
          <p:cNvPr id="184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GB"/>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84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GB"/>
          </a:p>
        </p:txBody>
      </p:sp>
      <p:sp>
        <p:nvSpPr>
          <p:cNvPr id="184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2D14C573-AC46-4D06-93FF-47369F34E53E}" type="slidenum">
              <a:rPr lang="en-GB"/>
              <a:pPr>
                <a:defRPr/>
              </a:pPr>
              <a:t>‹#›</a:t>
            </a:fld>
            <a:endParaRPr lang="en-GB"/>
          </a:p>
        </p:txBody>
      </p:sp>
    </p:spTree>
    <p:extLst>
      <p:ext uri="{BB962C8B-B14F-4D97-AF65-F5344CB8AC3E}">
        <p14:creationId xmlns:p14="http://schemas.microsoft.com/office/powerpoint/2010/main" val="42715038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Circles- </a:t>
            </a:r>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Circles- </a:t>
            </a:r>
            <a:endParaRPr lang="en-US" dirty="0"/>
          </a:p>
        </p:txBody>
      </p:sp>
      <p:sp>
        <p:nvSpPr>
          <p:cNvPr id="4" name="Slide Number Placeholder 3"/>
          <p:cNvSpPr>
            <a:spLocks noGrp="1"/>
          </p:cNvSpPr>
          <p:nvPr>
            <p:ph type="sldNum" sz="quarter" idx="10"/>
          </p:nvPr>
        </p:nvSpPr>
        <p:spPr/>
        <p:txBody>
          <a:bodyPr/>
          <a:lstStyle/>
          <a:p>
            <a:fld id="{3D54FB36-99AC-4CD3-8A8F-04DE1EFF5B68}"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3086264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D14C573-AC46-4D06-93FF-47369F34E53E}" type="slidenum">
              <a:rPr lang="en-GB" smtClean="0"/>
              <a:pPr>
                <a:defRPr/>
              </a:pPr>
              <a:t>15</a:t>
            </a:fld>
            <a:endParaRPr lang="en-GB"/>
          </a:p>
        </p:txBody>
      </p:sp>
    </p:spTree>
    <p:extLst>
      <p:ext uri="{BB962C8B-B14F-4D97-AF65-F5344CB8AC3E}">
        <p14:creationId xmlns:p14="http://schemas.microsoft.com/office/powerpoint/2010/main" val="2784826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FD42F94-761A-4B1B-B963-538E812BAEFD}" type="slidenum">
              <a:rPr lang="en-US"/>
              <a:pPr>
                <a:defRPr/>
              </a:pPr>
              <a:t>‹#›</a:t>
            </a:fld>
            <a:endParaRPr lang="en-US"/>
          </a:p>
        </p:txBody>
      </p:sp>
    </p:spTree>
    <p:extLst>
      <p:ext uri="{BB962C8B-B14F-4D97-AF65-F5344CB8AC3E}">
        <p14:creationId xmlns:p14="http://schemas.microsoft.com/office/powerpoint/2010/main" val="1703836501"/>
      </p:ext>
    </p:extLst>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5F4E988-DFC5-4FEC-8838-7F8B84C21031}" type="slidenum">
              <a:rPr lang="en-US"/>
              <a:pPr>
                <a:defRPr/>
              </a:pPr>
              <a:t>‹#›</a:t>
            </a:fld>
            <a:endParaRPr lang="en-US"/>
          </a:p>
        </p:txBody>
      </p:sp>
    </p:spTree>
    <p:extLst>
      <p:ext uri="{BB962C8B-B14F-4D97-AF65-F5344CB8AC3E}">
        <p14:creationId xmlns:p14="http://schemas.microsoft.com/office/powerpoint/2010/main" val="3849891731"/>
      </p:ext>
    </p:extLst>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0C23C8D-3E3D-4A36-9AAB-59652C03E0B1}" type="slidenum">
              <a:rPr lang="en-US"/>
              <a:pPr>
                <a:defRPr/>
              </a:pPr>
              <a:t>‹#›</a:t>
            </a:fld>
            <a:endParaRPr lang="en-US"/>
          </a:p>
        </p:txBody>
      </p:sp>
    </p:spTree>
    <p:extLst>
      <p:ext uri="{BB962C8B-B14F-4D97-AF65-F5344CB8AC3E}">
        <p14:creationId xmlns:p14="http://schemas.microsoft.com/office/powerpoint/2010/main" val="3376769931"/>
      </p:ext>
    </p:extLst>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7F238F6-0243-49FF-AE47-783FBF2D5BF8}" type="slidenum">
              <a:rPr lang="en-US"/>
              <a:pPr>
                <a:defRPr/>
              </a:pPr>
              <a:t>‹#›</a:t>
            </a:fld>
            <a:endParaRPr lang="en-US"/>
          </a:p>
        </p:txBody>
      </p:sp>
    </p:spTree>
    <p:extLst>
      <p:ext uri="{BB962C8B-B14F-4D97-AF65-F5344CB8AC3E}">
        <p14:creationId xmlns:p14="http://schemas.microsoft.com/office/powerpoint/2010/main" val="1799053112"/>
      </p:ext>
    </p:extLst>
  </p:cSld>
  <p:clrMapOvr>
    <a:masterClrMapping/>
  </p:clrMapOvr>
  <p:transition>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A9D4513-2C2A-4633-9A8D-4A862FD60A1F}" type="slidenum">
              <a:rPr lang="en-US"/>
              <a:pPr>
                <a:defRPr/>
              </a:pPr>
              <a:t>‹#›</a:t>
            </a:fld>
            <a:endParaRPr lang="en-US"/>
          </a:p>
        </p:txBody>
      </p:sp>
    </p:spTree>
    <p:extLst>
      <p:ext uri="{BB962C8B-B14F-4D97-AF65-F5344CB8AC3E}">
        <p14:creationId xmlns:p14="http://schemas.microsoft.com/office/powerpoint/2010/main" val="2603331205"/>
      </p:ext>
    </p:extLst>
  </p:cSld>
  <p:clrMapOvr>
    <a:masterClrMapping/>
  </p:clrMapOvr>
  <p:transition>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925A9A8-1A92-4E66-B34C-04E835A7E192}" type="slidenum">
              <a:rPr lang="en-US"/>
              <a:pPr>
                <a:defRPr/>
              </a:pPr>
              <a:t>‹#›</a:t>
            </a:fld>
            <a:endParaRPr lang="en-US"/>
          </a:p>
        </p:txBody>
      </p:sp>
    </p:spTree>
    <p:extLst>
      <p:ext uri="{BB962C8B-B14F-4D97-AF65-F5344CB8AC3E}">
        <p14:creationId xmlns:p14="http://schemas.microsoft.com/office/powerpoint/2010/main" val="2327628335"/>
      </p:ext>
    </p:extLst>
  </p:cSld>
  <p:clrMapOvr>
    <a:masterClrMapping/>
  </p:clrMapOvr>
  <p:transition>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9ECC087-243C-4087-980E-AAEA0E7BE2CA}" type="slidenum">
              <a:rPr lang="en-US"/>
              <a:pPr>
                <a:defRPr/>
              </a:pPr>
              <a:t>‹#›</a:t>
            </a:fld>
            <a:endParaRPr lang="en-US"/>
          </a:p>
        </p:txBody>
      </p:sp>
    </p:spTree>
    <p:extLst>
      <p:ext uri="{BB962C8B-B14F-4D97-AF65-F5344CB8AC3E}">
        <p14:creationId xmlns:p14="http://schemas.microsoft.com/office/powerpoint/2010/main" val="1192236552"/>
      </p:ext>
    </p:extLst>
  </p:cSld>
  <p:clrMapOvr>
    <a:masterClrMapping/>
  </p:clrMapOvr>
  <p:transition>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0A06260-6C4C-4786-B72E-7A871EAEE37C}" type="slidenum">
              <a:rPr lang="en-US"/>
              <a:pPr>
                <a:defRPr/>
              </a:pPr>
              <a:t>‹#›</a:t>
            </a:fld>
            <a:endParaRPr lang="en-US"/>
          </a:p>
        </p:txBody>
      </p:sp>
    </p:spTree>
    <p:extLst>
      <p:ext uri="{BB962C8B-B14F-4D97-AF65-F5344CB8AC3E}">
        <p14:creationId xmlns:p14="http://schemas.microsoft.com/office/powerpoint/2010/main" val="2780197348"/>
      </p:ext>
    </p:extLst>
  </p:cSld>
  <p:clrMapOvr>
    <a:masterClrMapping/>
  </p:clrMapOvr>
  <p:transition>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59C295B-B928-42B2-BB40-AB19BC45E461}" type="slidenum">
              <a:rPr lang="en-US"/>
              <a:pPr>
                <a:defRPr/>
              </a:pPr>
              <a:t>‹#›</a:t>
            </a:fld>
            <a:endParaRPr lang="en-US"/>
          </a:p>
        </p:txBody>
      </p:sp>
    </p:spTree>
    <p:extLst>
      <p:ext uri="{BB962C8B-B14F-4D97-AF65-F5344CB8AC3E}">
        <p14:creationId xmlns:p14="http://schemas.microsoft.com/office/powerpoint/2010/main" val="1732594765"/>
      </p:ext>
    </p:extLst>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841022C-6757-429C-856D-0F3DE0678DAD}" type="slidenum">
              <a:rPr lang="en-US"/>
              <a:pPr>
                <a:defRPr/>
              </a:pPr>
              <a:t>‹#›</a:t>
            </a:fld>
            <a:endParaRPr lang="en-US"/>
          </a:p>
        </p:txBody>
      </p:sp>
    </p:spTree>
    <p:extLst>
      <p:ext uri="{BB962C8B-B14F-4D97-AF65-F5344CB8AC3E}">
        <p14:creationId xmlns:p14="http://schemas.microsoft.com/office/powerpoint/2010/main" val="2440260825"/>
      </p:ext>
    </p:extLst>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66C35CF-FF5D-4C47-BC07-14DE2D70905B}" type="slidenum">
              <a:rPr lang="en-US"/>
              <a:pPr>
                <a:defRPr/>
              </a:pPr>
              <a:t>‹#›</a:t>
            </a:fld>
            <a:endParaRPr lang="en-US"/>
          </a:p>
        </p:txBody>
      </p:sp>
    </p:spTree>
    <p:extLst>
      <p:ext uri="{BB962C8B-B14F-4D97-AF65-F5344CB8AC3E}">
        <p14:creationId xmlns:p14="http://schemas.microsoft.com/office/powerpoint/2010/main" val="1895056478"/>
      </p:ext>
    </p:extLst>
  </p:cSld>
  <p:clrMapOvr>
    <a:masterClrMapping/>
  </p:clrMapOvr>
  <p:transition>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A6F3D0C-A43E-49B8-80CE-2479664D5008}" type="slidenum">
              <a:rPr lang="en-US"/>
              <a:pPr>
                <a:defRPr/>
              </a:pPr>
              <a:t>‹#›</a:t>
            </a:fld>
            <a:endParaRPr lang="en-US"/>
          </a:p>
        </p:txBody>
      </p:sp>
    </p:spTree>
    <p:extLst>
      <p:ext uri="{BB962C8B-B14F-4D97-AF65-F5344CB8AC3E}">
        <p14:creationId xmlns:p14="http://schemas.microsoft.com/office/powerpoint/2010/main" val="1371965530"/>
      </p:ext>
    </p:extLst>
  </p:cSld>
  <p:clrMapOvr>
    <a:masterClrMapping/>
  </p:clrMapOvr>
  <p:transition>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DEA2202-F55D-421F-B21A-E672BD7302E1}" type="slidenum">
              <a:rPr lang="en-US"/>
              <a:pPr>
                <a:defRPr/>
              </a:pPr>
              <a:t>‹#›</a:t>
            </a:fld>
            <a:endParaRPr lang="en-US"/>
          </a:p>
        </p:txBody>
      </p:sp>
    </p:spTree>
    <p:extLst>
      <p:ext uri="{BB962C8B-B14F-4D97-AF65-F5344CB8AC3E}">
        <p14:creationId xmlns:p14="http://schemas.microsoft.com/office/powerpoint/2010/main" val="2247225370"/>
      </p:ext>
    </p:extLst>
  </p:cSld>
  <p:clrMapOvr>
    <a:masterClrMapping/>
  </p:clrMapOvr>
  <p:transition>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DF8116-451F-45F8-98EF-A163DB10B490}" type="slidenum">
              <a:rPr lang="en-US"/>
              <a:pPr>
                <a:defRPr/>
              </a:pPr>
              <a:t>‹#›</a:t>
            </a:fld>
            <a:endParaRPr lang="en-US"/>
          </a:p>
        </p:txBody>
      </p:sp>
    </p:spTree>
    <p:extLst>
      <p:ext uri="{BB962C8B-B14F-4D97-AF65-F5344CB8AC3E}">
        <p14:creationId xmlns:p14="http://schemas.microsoft.com/office/powerpoint/2010/main" val="3490971675"/>
      </p:ext>
    </p:extLst>
  </p:cSld>
  <p:clrMapOvr>
    <a:masterClrMapping/>
  </p:clrMapOvr>
  <p:transition>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9E719C9-BA41-4E7F-8A20-8A838622C2B8}" type="slidenum">
              <a:rPr lang="en-US"/>
              <a:pPr>
                <a:defRPr/>
              </a:pPr>
              <a:t>‹#›</a:t>
            </a:fld>
            <a:endParaRPr lang="en-US"/>
          </a:p>
        </p:txBody>
      </p:sp>
    </p:spTree>
    <p:extLst>
      <p:ext uri="{BB962C8B-B14F-4D97-AF65-F5344CB8AC3E}">
        <p14:creationId xmlns:p14="http://schemas.microsoft.com/office/powerpoint/2010/main" val="3124259144"/>
      </p:ext>
    </p:extLst>
  </p:cSld>
  <p:clrMapOvr>
    <a:masterClrMapping/>
  </p:clrMapOvr>
  <p:transition>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212E43F-022D-4C54-BC37-A0ECB85C928D}" type="slidenum">
              <a:rPr lang="en-US"/>
              <a:pPr>
                <a:defRPr/>
              </a:pPr>
              <a:t>‹#›</a:t>
            </a:fld>
            <a:endParaRPr lang="en-US"/>
          </a:p>
        </p:txBody>
      </p:sp>
    </p:spTree>
    <p:extLst>
      <p:ext uri="{BB962C8B-B14F-4D97-AF65-F5344CB8AC3E}">
        <p14:creationId xmlns:p14="http://schemas.microsoft.com/office/powerpoint/2010/main" val="746412442"/>
      </p:ext>
    </p:extLst>
  </p:cSld>
  <p:clrMapOvr>
    <a:masterClrMapping/>
  </p:clrMapOvr>
  <p:transition>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AEB95BA-5BBC-4564-9076-5E5080EF3F21}" type="slidenum">
              <a:rPr lang="en-US"/>
              <a:pPr>
                <a:defRPr/>
              </a:pPr>
              <a:t>‹#›</a:t>
            </a:fld>
            <a:endParaRPr lang="en-US"/>
          </a:p>
        </p:txBody>
      </p:sp>
    </p:spTree>
    <p:extLst>
      <p:ext uri="{BB962C8B-B14F-4D97-AF65-F5344CB8AC3E}">
        <p14:creationId xmlns:p14="http://schemas.microsoft.com/office/powerpoint/2010/main" val="3611491365"/>
      </p:ext>
    </p:extLst>
  </p:cSld>
  <p:clrMapOvr>
    <a:masterClrMapping/>
  </p:clrMapOvr>
  <p:transition>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C4FC9B2-29AA-4B94-AB49-6847134DDAFF}" type="slidenum">
              <a:rPr lang="en-US"/>
              <a:pPr>
                <a:defRPr/>
              </a:pPr>
              <a:t>‹#›</a:t>
            </a:fld>
            <a:endParaRPr lang="en-US"/>
          </a:p>
        </p:txBody>
      </p:sp>
    </p:spTree>
    <p:extLst>
      <p:ext uri="{BB962C8B-B14F-4D97-AF65-F5344CB8AC3E}">
        <p14:creationId xmlns:p14="http://schemas.microsoft.com/office/powerpoint/2010/main" val="4215866111"/>
      </p:ext>
    </p:extLst>
  </p:cSld>
  <p:clrMapOvr>
    <a:masterClrMapping/>
  </p:clrMapOvr>
  <p:transition>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3E60A7C-5636-4F75-BE19-4C9478B1FDD8}" type="slidenum">
              <a:rPr lang="en-US"/>
              <a:pPr>
                <a:defRPr/>
              </a:pPr>
              <a:t>‹#›</a:t>
            </a:fld>
            <a:endParaRPr lang="en-US"/>
          </a:p>
        </p:txBody>
      </p:sp>
    </p:spTree>
    <p:extLst>
      <p:ext uri="{BB962C8B-B14F-4D97-AF65-F5344CB8AC3E}">
        <p14:creationId xmlns:p14="http://schemas.microsoft.com/office/powerpoint/2010/main" val="3934504199"/>
      </p:ext>
    </p:extLst>
  </p:cSld>
  <p:clrMapOvr>
    <a:masterClrMapping/>
  </p:clrMapOvr>
  <p:transition>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D916398-3C8C-4FA8-A597-B8FF5A9307E9}" type="slidenum">
              <a:rPr lang="en-US"/>
              <a:pPr>
                <a:defRPr/>
              </a:pPr>
              <a:t>‹#›</a:t>
            </a:fld>
            <a:endParaRPr lang="en-US"/>
          </a:p>
        </p:txBody>
      </p:sp>
    </p:spTree>
    <p:extLst>
      <p:ext uri="{BB962C8B-B14F-4D97-AF65-F5344CB8AC3E}">
        <p14:creationId xmlns:p14="http://schemas.microsoft.com/office/powerpoint/2010/main" val="1620358780"/>
      </p:ext>
    </p:extLst>
  </p:cSld>
  <p:clrMapOvr>
    <a:masterClrMapping/>
  </p:clrMapOvr>
  <p:transition>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F54C004-F925-4C08-8C63-FCB166960481}" type="slidenum">
              <a:rPr lang="en-US"/>
              <a:pPr>
                <a:defRPr/>
              </a:pPr>
              <a:t>‹#›</a:t>
            </a:fld>
            <a:endParaRPr lang="en-US"/>
          </a:p>
        </p:txBody>
      </p:sp>
    </p:spTree>
    <p:extLst>
      <p:ext uri="{BB962C8B-B14F-4D97-AF65-F5344CB8AC3E}">
        <p14:creationId xmlns:p14="http://schemas.microsoft.com/office/powerpoint/2010/main" val="4250563563"/>
      </p:ext>
    </p:extLst>
  </p:cSld>
  <p:clrMapOvr>
    <a:masterClrMapping/>
  </p:clrMapOvr>
  <p:transition>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6860B2A-46B2-4F00-982E-8B26E617160C}" type="slidenum">
              <a:rPr lang="en-US"/>
              <a:pPr>
                <a:defRPr/>
              </a:pPr>
              <a:t>‹#›</a:t>
            </a:fld>
            <a:endParaRPr lang="en-US"/>
          </a:p>
        </p:txBody>
      </p:sp>
    </p:spTree>
    <p:extLst>
      <p:ext uri="{BB962C8B-B14F-4D97-AF65-F5344CB8AC3E}">
        <p14:creationId xmlns:p14="http://schemas.microsoft.com/office/powerpoint/2010/main" val="2994089641"/>
      </p:ext>
    </p:extLst>
  </p:cSld>
  <p:clrMapOvr>
    <a:masterClrMapping/>
  </p:clrMapOvr>
  <p:transition>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17581" y="3132290"/>
            <a:ext cx="7175351" cy="1793167"/>
          </a:xfrm>
          <a:effectLst/>
        </p:spPr>
        <p:txBody>
          <a:bodyPr/>
          <a:lstStyle>
            <a:lvl1pPr marL="640080" indent="-457200" algn="l">
              <a:defRPr sz="5400"/>
            </a:lvl1pPr>
          </a:lstStyle>
          <a:p>
            <a:r>
              <a:rPr lang="en-US"/>
              <a:t>Click to edit Master title style</a:t>
            </a:r>
            <a:endParaRPr lang="en-US" dirty="0"/>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B1D62340-A1EA-4CE0-A397-B868A3BF73D1}"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375141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143000" y="731520"/>
            <a:ext cx="64008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4"/>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5"/>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6"/>
          </p:nvPr>
        </p:nvSpPr>
        <p:spPr/>
        <p:txBody>
          <a:bodyPr/>
          <a:lstStyle>
            <a:lvl1pPr>
              <a:defRPr/>
            </a:lvl1pPr>
          </a:lstStyle>
          <a:p>
            <a:pPr>
              <a:defRPr/>
            </a:pPr>
            <a:fld id="{4315956A-8026-4861-99E0-6ECDFB0AE94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7150107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E1615CA4-E6C8-4CEA-B956-D910F5B7540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8952564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142999" y="731519"/>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731520"/>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5"/>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7"/>
          </p:nvPr>
        </p:nvSpPr>
        <p:spPr/>
        <p:txBody>
          <a:bodyPr/>
          <a:lstStyle>
            <a:lvl1pPr>
              <a:defRPr/>
            </a:lvl1pPr>
          </a:lstStyle>
          <a:p>
            <a:pPr>
              <a:defRPr/>
            </a:pPr>
            <a:fld id="{16D07151-5D65-4A99-9B3C-1AD90A0CDB34}"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2140077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20ABB722-728E-4B59-9298-3538DCF90145}"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7979142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36ED25E-DD21-4264-AC1E-16FAB2C1A6BB}"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308364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2BD25C1-455A-42F6-A97C-28ADF134F6B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1201230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83FE1C5-B386-4F39-9C53-595BBFCF3FB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0160154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6" name="Rectangle 5"/>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dirty="0">
              <a:solidFill>
                <a:prstClr val="white"/>
              </a:solidFill>
            </a:endParaRPr>
          </a:p>
        </p:txBody>
      </p:sp>
      <p:sp>
        <p:nvSpPr>
          <p:cNvPr id="7" name="Rectangle 6"/>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8" name="Oval 7"/>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rtlCol="0">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727268" y="4464421"/>
            <a:ext cx="6383538" cy="1143000"/>
          </a:xfrm>
        </p:spPr>
        <p:txBody>
          <a:bodyPr anchor="b"/>
          <a:lstStyle>
            <a:lvl1pPr algn="l">
              <a:defRPr sz="4600" b="1"/>
            </a:lvl1pPr>
          </a:lstStyle>
          <a:p>
            <a:r>
              <a:rPr lang="en-US"/>
              <a:t>Click to edit Master title style</a:t>
            </a:r>
            <a:endParaRPr lang="en-US" dirty="0"/>
          </a:p>
        </p:txBody>
      </p:sp>
      <p:sp>
        <p:nvSpPr>
          <p:cNvPr id="9" name="Date Placeholder 4"/>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10" name="Footer Placeholder 5"/>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1" name="Slide Number Placeholder 6"/>
          <p:cNvSpPr>
            <a:spLocks noGrp="1"/>
          </p:cNvSpPr>
          <p:nvPr>
            <p:ph type="sldNum" sz="quarter" idx="12"/>
          </p:nvPr>
        </p:nvSpPr>
        <p:spPr/>
        <p:txBody>
          <a:bodyPr/>
          <a:lstStyle>
            <a:lvl1pPr>
              <a:defRPr/>
            </a:lvl1pPr>
          </a:lstStyle>
          <a:p>
            <a:pPr>
              <a:defRPr/>
            </a:pPr>
            <a:fld id="{BA20DAF8-F313-4B38-ABA6-B71EF7A65CC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4887113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012591F-5004-4509-B8D1-F884A2A6FD92}"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4217783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C5DE804-5CAD-47EC-9448-455B6DA2E950}"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7612419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44208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574268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35508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1428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6246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611473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846290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206723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98701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02714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603B96-19A4-4ABF-B819-5478AC45EB2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838076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fr-F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6A6E7098-1D9E-4297-8B06-8858A6CB2C48}" type="datetime1">
              <a:rPr lang="fr-FR"/>
              <a:pPr/>
              <a:t>02/09/2025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8C31CAB-83F9-4A4F-970C-5EAB1D42FFBC}" type="slidenum">
              <a:rPr lang="en-US"/>
              <a:pPr/>
              <a:t>‹#›</a:t>
            </a:fld>
            <a:endParaRPr lang="en-US"/>
          </a:p>
        </p:txBody>
      </p:sp>
    </p:spTree>
    <p:extLst>
      <p:ext uri="{BB962C8B-B14F-4D97-AF65-F5344CB8AC3E}">
        <p14:creationId xmlns:p14="http://schemas.microsoft.com/office/powerpoint/2010/main" val="5178293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Content Placeholder 2"/>
          <p:cNvSpPr>
            <a:spLocks noGrp="1"/>
          </p:cNvSpPr>
          <p:nvPr>
            <p:ph idx="1"/>
          </p:nvPr>
        </p:nvSpPr>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39D57E40-D648-455A-9437-30FA8FE56DD6}" type="datetime1">
              <a:rPr lang="fr-FR"/>
              <a:pPr/>
              <a:t>02/09/2025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E7E0763-8C84-4A0C-BF22-E8FBB0D34350}" type="slidenum">
              <a:rPr lang="en-US"/>
              <a:pPr/>
              <a:t>‹#›</a:t>
            </a:fld>
            <a:endParaRPr lang="en-US"/>
          </a:p>
        </p:txBody>
      </p:sp>
    </p:spTree>
    <p:extLst>
      <p:ext uri="{BB962C8B-B14F-4D97-AF65-F5344CB8AC3E}">
        <p14:creationId xmlns:p14="http://schemas.microsoft.com/office/powerpoint/2010/main" val="41658201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fr-F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Click to edit Master text styles</a:t>
            </a:r>
          </a:p>
        </p:txBody>
      </p:sp>
      <p:sp>
        <p:nvSpPr>
          <p:cNvPr id="4" name="Date Placeholder 3"/>
          <p:cNvSpPr>
            <a:spLocks noGrp="1"/>
          </p:cNvSpPr>
          <p:nvPr>
            <p:ph type="dt" sz="half" idx="10"/>
          </p:nvPr>
        </p:nvSpPr>
        <p:spPr/>
        <p:txBody>
          <a:bodyPr/>
          <a:lstStyle>
            <a:lvl1pPr>
              <a:defRPr/>
            </a:lvl1pPr>
          </a:lstStyle>
          <a:p>
            <a:fld id="{E3DE751E-08CA-4D99-89B2-9FC9DE2F4625}" type="datetime1">
              <a:rPr lang="fr-FR"/>
              <a:pPr/>
              <a:t>02/09/2025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E3BDE4F-8BEA-439D-BA05-0EFEBB61C6C9}" type="slidenum">
              <a:rPr lang="en-US"/>
              <a:pPr/>
              <a:t>‹#›</a:t>
            </a:fld>
            <a:endParaRPr lang="en-US"/>
          </a:p>
        </p:txBody>
      </p:sp>
    </p:spTree>
    <p:extLst>
      <p:ext uri="{BB962C8B-B14F-4D97-AF65-F5344CB8AC3E}">
        <p14:creationId xmlns:p14="http://schemas.microsoft.com/office/powerpoint/2010/main" val="318742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5" name="Date Placeholder 3"/>
          <p:cNvSpPr>
            <a:spLocks noGrp="1"/>
          </p:cNvSpPr>
          <p:nvPr>
            <p:ph type="dt" sz="half" idx="10"/>
          </p:nvPr>
        </p:nvSpPr>
        <p:spPr/>
        <p:txBody>
          <a:bodyPr/>
          <a:lstStyle>
            <a:lvl1pPr>
              <a:defRPr/>
            </a:lvl1pPr>
          </a:lstStyle>
          <a:p>
            <a:fld id="{32D697BC-62C7-4F99-8C37-A408B62C8993}" type="datetime1">
              <a:rPr lang="fr-FR"/>
              <a:pPr/>
              <a:t>02/09/2025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842E7523-BF8E-4897-AD6D-B3C234AD941F}" type="slidenum">
              <a:rPr lang="en-US"/>
              <a:pPr/>
              <a:t>‹#›</a:t>
            </a:fld>
            <a:endParaRPr lang="en-US"/>
          </a:p>
        </p:txBody>
      </p:sp>
    </p:spTree>
    <p:extLst>
      <p:ext uri="{BB962C8B-B14F-4D97-AF65-F5344CB8AC3E}">
        <p14:creationId xmlns:p14="http://schemas.microsoft.com/office/powerpoint/2010/main" val="7049559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7" name="Date Placeholder 3"/>
          <p:cNvSpPr>
            <a:spLocks noGrp="1"/>
          </p:cNvSpPr>
          <p:nvPr>
            <p:ph type="dt" sz="half" idx="10"/>
          </p:nvPr>
        </p:nvSpPr>
        <p:spPr/>
        <p:txBody>
          <a:bodyPr/>
          <a:lstStyle>
            <a:lvl1pPr>
              <a:defRPr/>
            </a:lvl1pPr>
          </a:lstStyle>
          <a:p>
            <a:fld id="{13466664-56B2-422F-8B50-F59FA16202E4}" type="datetime1">
              <a:rPr lang="fr-FR"/>
              <a:pPr/>
              <a:t>02/09/2025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370E09A0-16D6-4176-A8F9-C1456DE50391}" type="slidenum">
              <a:rPr lang="en-US"/>
              <a:pPr/>
              <a:t>‹#›</a:t>
            </a:fld>
            <a:endParaRPr lang="en-US"/>
          </a:p>
        </p:txBody>
      </p:sp>
    </p:spTree>
    <p:extLst>
      <p:ext uri="{BB962C8B-B14F-4D97-AF65-F5344CB8AC3E}">
        <p14:creationId xmlns:p14="http://schemas.microsoft.com/office/powerpoint/2010/main" val="39374520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Date Placeholder 3"/>
          <p:cNvSpPr>
            <a:spLocks noGrp="1"/>
          </p:cNvSpPr>
          <p:nvPr>
            <p:ph type="dt" sz="half" idx="10"/>
          </p:nvPr>
        </p:nvSpPr>
        <p:spPr/>
        <p:txBody>
          <a:bodyPr/>
          <a:lstStyle>
            <a:lvl1pPr>
              <a:defRPr/>
            </a:lvl1pPr>
          </a:lstStyle>
          <a:p>
            <a:fld id="{DEC2F925-DC51-4DF6-9C0D-52D121C83119}" type="datetime1">
              <a:rPr lang="fr-FR"/>
              <a:pPr/>
              <a:t>02/09/2025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32E8AD07-74B5-414C-BC00-90E42DED0B50}" type="slidenum">
              <a:rPr lang="en-US"/>
              <a:pPr/>
              <a:t>‹#›</a:t>
            </a:fld>
            <a:endParaRPr lang="en-US"/>
          </a:p>
        </p:txBody>
      </p:sp>
    </p:spTree>
    <p:extLst>
      <p:ext uri="{BB962C8B-B14F-4D97-AF65-F5344CB8AC3E}">
        <p14:creationId xmlns:p14="http://schemas.microsoft.com/office/powerpoint/2010/main" val="250717009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6DED0F17-9F3A-43C4-AA85-AB4E0FAD16D9}" type="datetime1">
              <a:rPr lang="fr-FR"/>
              <a:pPr/>
              <a:t>02/09/2025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00B9DFBF-5E1F-4EB9-93B7-3749EA01810A}" type="slidenum">
              <a:rPr lang="en-US"/>
              <a:pPr/>
              <a:t>‹#›</a:t>
            </a:fld>
            <a:endParaRPr lang="en-US"/>
          </a:p>
        </p:txBody>
      </p:sp>
    </p:spTree>
    <p:extLst>
      <p:ext uri="{BB962C8B-B14F-4D97-AF65-F5344CB8AC3E}">
        <p14:creationId xmlns:p14="http://schemas.microsoft.com/office/powerpoint/2010/main" val="19242838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fr-F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3"/>
          <p:cNvSpPr>
            <a:spLocks noGrp="1"/>
          </p:cNvSpPr>
          <p:nvPr>
            <p:ph type="dt" sz="half" idx="10"/>
          </p:nvPr>
        </p:nvSpPr>
        <p:spPr/>
        <p:txBody>
          <a:bodyPr/>
          <a:lstStyle>
            <a:lvl1pPr>
              <a:defRPr/>
            </a:lvl1pPr>
          </a:lstStyle>
          <a:p>
            <a:fld id="{800051F7-5A91-48AF-A3CB-CB3AECA38DB8}" type="datetime1">
              <a:rPr lang="fr-FR"/>
              <a:pPr/>
              <a:t>02/09/2025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8D685E2C-7CA7-4F52-B75F-FBB43463FAA6}" type="slidenum">
              <a:rPr lang="en-US"/>
              <a:pPr/>
              <a:t>‹#›</a:t>
            </a:fld>
            <a:endParaRPr lang="en-US"/>
          </a:p>
        </p:txBody>
      </p:sp>
    </p:spTree>
    <p:extLst>
      <p:ext uri="{BB962C8B-B14F-4D97-AF65-F5344CB8AC3E}">
        <p14:creationId xmlns:p14="http://schemas.microsoft.com/office/powerpoint/2010/main" val="8484907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fr-F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3"/>
          <p:cNvSpPr>
            <a:spLocks noGrp="1"/>
          </p:cNvSpPr>
          <p:nvPr>
            <p:ph type="dt" sz="half" idx="10"/>
          </p:nvPr>
        </p:nvSpPr>
        <p:spPr/>
        <p:txBody>
          <a:bodyPr/>
          <a:lstStyle>
            <a:lvl1pPr>
              <a:defRPr/>
            </a:lvl1pPr>
          </a:lstStyle>
          <a:p>
            <a:fld id="{179E41F2-B5DD-4979-B2E9-DDEB29191F2A}" type="datetime1">
              <a:rPr lang="fr-FR"/>
              <a:pPr/>
              <a:t>02/09/2025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FD3865FE-0C86-4A78-AF62-9D91622BC572}" type="slidenum">
              <a:rPr lang="en-US"/>
              <a:pPr/>
              <a:t>‹#›</a:t>
            </a:fld>
            <a:endParaRPr lang="en-US"/>
          </a:p>
        </p:txBody>
      </p:sp>
    </p:spTree>
    <p:extLst>
      <p:ext uri="{BB962C8B-B14F-4D97-AF65-F5344CB8AC3E}">
        <p14:creationId xmlns:p14="http://schemas.microsoft.com/office/powerpoint/2010/main" val="42859715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FD7D9A12-E6C0-4876-802E-698B1CA58FA9}" type="datetime1">
              <a:rPr lang="fr-FR"/>
              <a:pPr/>
              <a:t>02/09/2025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0E1BB3D-D5F5-4526-9991-8EC9121349E6}" type="slidenum">
              <a:rPr lang="en-US"/>
              <a:pPr/>
              <a:t>‹#›</a:t>
            </a:fld>
            <a:endParaRPr lang="en-US"/>
          </a:p>
        </p:txBody>
      </p:sp>
    </p:spTree>
    <p:extLst>
      <p:ext uri="{BB962C8B-B14F-4D97-AF65-F5344CB8AC3E}">
        <p14:creationId xmlns:p14="http://schemas.microsoft.com/office/powerpoint/2010/main" val="11994053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3FF34D8D-EE93-4818-9FCB-0C3F0226D4F2}" type="datetime1">
              <a:rPr lang="fr-FR"/>
              <a:pPr/>
              <a:t>02/09/2025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4A6242A-2212-4C71-B4FB-3287FD49589C}" type="slidenum">
              <a:rPr lang="en-US"/>
              <a:pPr/>
              <a:t>‹#›</a:t>
            </a:fld>
            <a:endParaRPr lang="en-US"/>
          </a:p>
        </p:txBody>
      </p:sp>
    </p:spTree>
    <p:extLst>
      <p:ext uri="{BB962C8B-B14F-4D97-AF65-F5344CB8AC3E}">
        <p14:creationId xmlns:p14="http://schemas.microsoft.com/office/powerpoint/2010/main" val="3321566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fr-FR"/>
              <a:t>Click to edit Master title style</a:t>
            </a:r>
            <a:endParaRPr lang="en-US"/>
          </a:p>
        </p:txBody>
      </p:sp>
      <p:sp>
        <p:nvSpPr>
          <p:cNvPr id="3" name="Table Placeholder 2"/>
          <p:cNvSpPr>
            <a:spLocks noGrp="1"/>
          </p:cNvSpPr>
          <p:nvPr>
            <p:ph type="tbl" idx="1"/>
          </p:nvPr>
        </p:nvSpPr>
        <p:spPr>
          <a:xfrm>
            <a:off x="457200" y="1981200"/>
            <a:ext cx="8229600" cy="4114800"/>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fld id="{EA9B11AC-AE98-49D4-983B-A8FD90AEBC06}" type="datetime1">
              <a:rPr lang="fr-FR"/>
              <a:pPr/>
              <a:t>02/09/2025</a:t>
            </a:fld>
            <a:endParaRPr lang="en-US"/>
          </a:p>
        </p:txBody>
      </p:sp>
      <p:sp>
        <p:nvSpPr>
          <p:cNvPr id="5" name="Rectangle 5"/>
          <p:cNvSpPr>
            <a:spLocks noGrp="1" noChangeArrowheads="1"/>
          </p:cNvSpPr>
          <p:nvPr>
            <p:ph type="ftr" sz="quarter" idx="11"/>
          </p:nvPr>
        </p:nvSpPr>
        <p:spPr/>
        <p:txBody>
          <a:bodyPr/>
          <a:lstStyle>
            <a:lvl1pPr>
              <a:defRPr>
                <a:latin typeface="Arial" charset="0"/>
              </a:defRPr>
            </a:lvl1pPr>
          </a:lstStyle>
          <a:p>
            <a:endParaRPr lang="vi-VN"/>
          </a:p>
        </p:txBody>
      </p:sp>
      <p:sp>
        <p:nvSpPr>
          <p:cNvPr id="6" name="Rectangle 6"/>
          <p:cNvSpPr>
            <a:spLocks noGrp="1" noChangeArrowheads="1"/>
          </p:cNvSpPr>
          <p:nvPr>
            <p:ph type="sldNum" sz="quarter" idx="12"/>
          </p:nvPr>
        </p:nvSpPr>
        <p:spPr/>
        <p:txBody>
          <a:bodyPr/>
          <a:lstStyle>
            <a:lvl1pPr>
              <a:defRPr/>
            </a:lvl1pPr>
          </a:lstStyle>
          <a:p>
            <a:fld id="{F06255E9-86BB-409F-B032-A00BE8952A80}" type="slidenum">
              <a:rPr lang="en-US"/>
              <a:pPr/>
              <a:t>‹#›</a:t>
            </a:fld>
            <a:endParaRPr lang="en-US"/>
          </a:p>
        </p:txBody>
      </p:sp>
    </p:spTree>
    <p:extLst>
      <p:ext uri="{BB962C8B-B14F-4D97-AF65-F5344CB8AC3E}">
        <p14:creationId xmlns:p14="http://schemas.microsoft.com/office/powerpoint/2010/main" val="27347129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17581" y="3132290"/>
            <a:ext cx="7175351" cy="1793167"/>
          </a:xfrm>
          <a:effectLst/>
        </p:spPr>
        <p:txBody>
          <a:bodyPr/>
          <a:lstStyle>
            <a:lvl1pPr marL="640080" indent="-457200" algn="l">
              <a:defRPr sz="5400"/>
            </a:lvl1pPr>
          </a:lstStyle>
          <a:p>
            <a:r>
              <a:rPr lang="en-US"/>
              <a:t>Click to edit Master title style</a:t>
            </a:r>
            <a:endParaRPr lang="en-US" dirty="0"/>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B1D62340-A1EA-4CE0-A397-B868A3BF73D1}"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4723207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143000" y="731520"/>
            <a:ext cx="64008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4"/>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5"/>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6"/>
          </p:nvPr>
        </p:nvSpPr>
        <p:spPr/>
        <p:txBody>
          <a:bodyPr/>
          <a:lstStyle>
            <a:lvl1pPr>
              <a:defRPr/>
            </a:lvl1pPr>
          </a:lstStyle>
          <a:p>
            <a:pPr>
              <a:defRPr/>
            </a:pPr>
            <a:fld id="{4315956A-8026-4861-99E0-6ECDFB0AE94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3099045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E1615CA4-E6C8-4CEA-B956-D910F5B7540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8781793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142999" y="731519"/>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731520"/>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5"/>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7"/>
          </p:nvPr>
        </p:nvSpPr>
        <p:spPr/>
        <p:txBody>
          <a:bodyPr/>
          <a:lstStyle>
            <a:lvl1pPr>
              <a:defRPr/>
            </a:lvl1pPr>
          </a:lstStyle>
          <a:p>
            <a:pPr>
              <a:defRPr/>
            </a:pPr>
            <a:fld id="{16D07151-5D65-4A99-9B3C-1AD90A0CDB34}"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2459920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20ABB722-728E-4B59-9298-3538DCF90145}"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0836194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36ED25E-DD21-4264-AC1E-16FAB2C1A6BB}"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956480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2BD25C1-455A-42F6-A97C-28ADF134F6B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3121961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83FE1C5-B386-4F39-9C53-595BBFCF3FB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4864435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6" name="Rectangle 5"/>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7" name="Rectangle 6"/>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Oval 7"/>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rtlCol="0">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727268" y="4464421"/>
            <a:ext cx="6383538" cy="1143000"/>
          </a:xfrm>
        </p:spPr>
        <p:txBody>
          <a:bodyPr anchor="b"/>
          <a:lstStyle>
            <a:lvl1pPr algn="l">
              <a:defRPr sz="4600" b="1"/>
            </a:lvl1pPr>
          </a:lstStyle>
          <a:p>
            <a:r>
              <a:rPr lang="en-US"/>
              <a:t>Click to edit Master title style</a:t>
            </a:r>
            <a:endParaRPr lang="en-US" dirty="0"/>
          </a:p>
        </p:txBody>
      </p:sp>
      <p:sp>
        <p:nvSpPr>
          <p:cNvPr id="9" name="Date Placeholder 4"/>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10" name="Footer Placeholder 5"/>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1" name="Slide Number Placeholder 6"/>
          <p:cNvSpPr>
            <a:spLocks noGrp="1"/>
          </p:cNvSpPr>
          <p:nvPr>
            <p:ph type="sldNum" sz="quarter" idx="12"/>
          </p:nvPr>
        </p:nvSpPr>
        <p:spPr/>
        <p:txBody>
          <a:bodyPr/>
          <a:lstStyle>
            <a:lvl1pPr>
              <a:defRPr/>
            </a:lvl1pPr>
          </a:lstStyle>
          <a:p>
            <a:pPr>
              <a:defRPr/>
            </a:pPr>
            <a:fld id="{BA20DAF8-F313-4B38-ABA6-B71EF7A65CC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34503552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012591F-5004-4509-B8D1-F884A2A6FD92}"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64962648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C5DE804-5CAD-47EC-9448-455B6DA2E950}"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535494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330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US"/>
          </a:p>
        </p:txBody>
      </p:sp>
      <p:sp>
        <p:nvSpPr>
          <p:cNvPr id="1833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US"/>
          </a:p>
        </p:txBody>
      </p:sp>
      <p:sp>
        <p:nvSpPr>
          <p:cNvPr id="18330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CD0D545F-5054-415D-A4CB-4ECB580E14A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p:wipe dir="d"/>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227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US"/>
          </a:p>
        </p:txBody>
      </p:sp>
      <p:sp>
        <p:nvSpPr>
          <p:cNvPr id="18227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US"/>
          </a:p>
        </p:txBody>
      </p:sp>
      <p:sp>
        <p:nvSpPr>
          <p:cNvPr id="18227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086D4231-D39F-433C-9620-0AAE50D9CDE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wipe dir="d"/>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dirty="0">
              <a:solidFill>
                <a:prstClr val="white"/>
              </a:solidFill>
            </a:endParaRPr>
          </a:p>
        </p:txBody>
      </p:sp>
      <p:sp>
        <p:nvSpPr>
          <p:cNvPr id="9" name="Rectangle 8"/>
          <p:cNvSpPr/>
          <p:nvPr/>
        </p:nvSpPr>
        <p:spPr>
          <a:xfrm>
            <a:off x="0" y="3768725"/>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hangingPunct="0">
              <a:buClr>
                <a:srgbClr val="000000"/>
              </a:buClr>
              <a:buSzPct val="100000"/>
              <a:buFont typeface="Times New Roman" pitchFamily="18" charset="0"/>
              <a:buNone/>
              <a:defRPr/>
            </a:pPr>
            <a:endParaRPr lang="en-US">
              <a:solidFill>
                <a:prstClr val="white"/>
              </a:solidFill>
            </a:endParaRPr>
          </a:p>
        </p:txBody>
      </p:sp>
      <p:sp>
        <p:nvSpPr>
          <p:cNvPr id="2" name="Title Placeholder 1"/>
          <p:cNvSpPr>
            <a:spLocks noGrp="1"/>
          </p:cNvSpPr>
          <p:nvPr>
            <p:ph type="title"/>
          </p:nvPr>
        </p:nvSpPr>
        <p:spPr>
          <a:xfrm>
            <a:off x="1793875" y="4371975"/>
            <a:ext cx="6511925"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2061" name="Text Placeholder 2"/>
          <p:cNvSpPr>
            <a:spLocks noGrp="1"/>
          </p:cNvSpPr>
          <p:nvPr>
            <p:ph type="body" idx="1"/>
          </p:nvPr>
        </p:nvSpPr>
        <p:spPr bwMode="auto">
          <a:xfrm>
            <a:off x="1143000" y="731838"/>
            <a:ext cx="6400800"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pPr defTabSz="449263" eaLnBrk="0" hangingPunct="0">
              <a:buClr>
                <a:srgbClr val="000000"/>
              </a:buClr>
              <a:buSzPct val="100000"/>
              <a:buFont typeface="Times New Roman" pitchFamily="18" charset="0"/>
              <a:buNone/>
              <a:defRPr/>
            </a:pPr>
            <a:endParaRPr lang="en-US" dirty="0">
              <a:solidFill>
                <a:prstClr val="black">
                  <a:lumMod val="50000"/>
                  <a:lumOff val="50000"/>
                </a:prstClr>
              </a:solidFill>
              <a:cs typeface="+mn-cs"/>
            </a:endParaRPr>
          </a:p>
        </p:txBody>
      </p:sp>
      <p:sp>
        <p:nvSpPr>
          <p:cNvPr id="5" name="Footer Placeholder 4"/>
          <p:cNvSpPr>
            <a:spLocks noGrp="1"/>
          </p:cNvSpPr>
          <p:nvPr>
            <p:ph type="ftr" sz="quarter" idx="3"/>
          </p:nvPr>
        </p:nvSpPr>
        <p:spPr>
          <a:xfrm>
            <a:off x="457200" y="6172200"/>
            <a:ext cx="3352800"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pPr defTabSz="449263" eaLnBrk="0" hangingPunct="0">
              <a:buClr>
                <a:srgbClr val="000000"/>
              </a:buClr>
              <a:buSzPct val="100000"/>
              <a:buFont typeface="Times New Roman" pitchFamily="18" charset="0"/>
              <a:buNone/>
              <a:defRPr/>
            </a:pPr>
            <a:endParaRPr lang="en-US">
              <a:solidFill>
                <a:prstClr val="black">
                  <a:lumMod val="50000"/>
                  <a:lumOff val="50000"/>
                </a:prstClr>
              </a:solidFill>
              <a:cs typeface="+mn-cs"/>
            </a:endParaRPr>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pPr defTabSz="449263" eaLnBrk="0" hangingPunct="0">
              <a:buClr>
                <a:srgbClr val="000000"/>
              </a:buClr>
              <a:buSzPct val="100000"/>
              <a:buFont typeface="Times New Roman" pitchFamily="18" charset="0"/>
              <a:buNone/>
              <a:defRPr/>
            </a:pPr>
            <a:fld id="{7F751AA3-EE16-4A02-8022-3142FE923698}" type="slidenum">
              <a:rPr lang="en-US">
                <a:solidFill>
                  <a:prstClr val="black">
                    <a:lumMod val="50000"/>
                    <a:lumOff val="50000"/>
                  </a:prstClr>
                </a:solidFill>
                <a:cs typeface="+mn-cs"/>
              </a:rPr>
              <a:pPr defTabSz="449263" eaLnBrk="0" hangingPunct="0">
                <a:buClr>
                  <a:srgbClr val="000000"/>
                </a:buClr>
                <a:buSzPct val="100000"/>
                <a:buFont typeface="Times New Roman" pitchFamily="18" charset="0"/>
                <a:buNone/>
                <a:defRPr/>
              </a:pPr>
              <a:t>‹#›</a:t>
            </a:fld>
            <a:endParaRPr lang="en-US">
              <a:solidFill>
                <a:prstClr val="black">
                  <a:lumMod val="50000"/>
                  <a:lumOff val="50000"/>
                </a:prstClr>
              </a:solidFill>
              <a:cs typeface="+mn-cs"/>
            </a:endParaRPr>
          </a:p>
        </p:txBody>
      </p:sp>
    </p:spTree>
    <p:extLst>
      <p:ext uri="{BB962C8B-B14F-4D97-AF65-F5344CB8AC3E}">
        <p14:creationId xmlns:p14="http://schemas.microsoft.com/office/powerpoint/2010/main" val="23991797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marL="319088" indent="-319088" algn="r" rtl="0" eaLnBrk="0" fontAlgn="base" hangingPunct="0">
        <a:spcBef>
          <a:spcPct val="0"/>
        </a:spcBef>
        <a:spcAft>
          <a:spcPct val="0"/>
        </a:spcAft>
        <a:buClr>
          <a:srgbClr val="C3260C"/>
        </a:buClr>
        <a:buSzPct val="128000"/>
        <a:buFont typeface="Georgia" pitchFamily="18" charset="0"/>
        <a:buChar char="*"/>
        <a:defRPr sz="4600" b="1"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2pPr>
      <a:lvl3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3pPr>
      <a:lvl4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4pPr>
      <a:lvl5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563" algn="l" rtl="0" eaLnBrk="0" fontAlgn="base" hangingPunct="0">
        <a:spcBef>
          <a:spcPct val="20000"/>
        </a:spcBef>
        <a:spcAft>
          <a:spcPts val="300"/>
        </a:spcAft>
        <a:buClr>
          <a:srgbClr val="C3260C"/>
        </a:buClr>
        <a:buSzPct val="130000"/>
        <a:buFont typeface="Georgia" pitchFamily="18" charset="0"/>
        <a:buChar char="*"/>
        <a:defRPr sz="2200" kern="1200">
          <a:solidFill>
            <a:srgbClr val="404040"/>
          </a:solidFill>
          <a:latin typeface="+mn-lt"/>
          <a:ea typeface="+mn-ea"/>
          <a:cs typeface="+mn-cs"/>
        </a:defRPr>
      </a:lvl1pPr>
      <a:lvl2pPr marL="547688" indent="-182563" algn="l" rtl="0" eaLnBrk="0" fontAlgn="base" hangingPunct="0">
        <a:spcBef>
          <a:spcPct val="20000"/>
        </a:spcBef>
        <a:spcAft>
          <a:spcPts val="300"/>
        </a:spcAft>
        <a:buClr>
          <a:srgbClr val="C3260C"/>
        </a:buClr>
        <a:buSzPct val="130000"/>
        <a:buFont typeface="Georgia" pitchFamily="18" charset="0"/>
        <a:buChar char="*"/>
        <a:defRPr sz="2000" kern="1200">
          <a:solidFill>
            <a:srgbClr val="404040"/>
          </a:solidFill>
          <a:latin typeface="+mn-lt"/>
          <a:ea typeface="+mn-ea"/>
          <a:cs typeface="+mn-cs"/>
        </a:defRPr>
      </a:lvl2pPr>
      <a:lvl3pPr marL="822325" indent="-182563" algn="l" rtl="0" eaLnBrk="0" fontAlgn="base" hangingPunct="0">
        <a:spcBef>
          <a:spcPct val="20000"/>
        </a:spcBef>
        <a:spcAft>
          <a:spcPts val="300"/>
        </a:spcAft>
        <a:buClr>
          <a:srgbClr val="C3260C"/>
        </a:buClr>
        <a:buSzPct val="130000"/>
        <a:buFont typeface="Georgia" pitchFamily="18" charset="0"/>
        <a:buChar char="*"/>
        <a:defRPr kern="1200">
          <a:solidFill>
            <a:srgbClr val="404040"/>
          </a:solidFill>
          <a:latin typeface="+mn-lt"/>
          <a:ea typeface="+mn-ea"/>
          <a:cs typeface="+mn-cs"/>
        </a:defRPr>
      </a:lvl3pPr>
      <a:lvl4pPr marL="1096963" indent="-182563" algn="l" rtl="0" eaLnBrk="0" fontAlgn="base" hangingPunct="0">
        <a:spcBef>
          <a:spcPct val="20000"/>
        </a:spcBef>
        <a:spcAft>
          <a:spcPts val="300"/>
        </a:spcAft>
        <a:buClr>
          <a:srgbClr val="C3260C"/>
        </a:buClr>
        <a:buSzPct val="130000"/>
        <a:buFont typeface="Georgia" pitchFamily="18" charset="0"/>
        <a:buChar char="*"/>
        <a:defRPr sz="1600" kern="1200">
          <a:solidFill>
            <a:srgbClr val="404040"/>
          </a:solidFill>
          <a:latin typeface="+mn-lt"/>
          <a:ea typeface="+mn-ea"/>
          <a:cs typeface="+mn-cs"/>
        </a:defRPr>
      </a:lvl4pPr>
      <a:lvl5pPr marL="1389063" indent="-182563" algn="l" rtl="0" eaLnBrk="0" fontAlgn="base" hangingPunct="0">
        <a:spcBef>
          <a:spcPct val="20000"/>
        </a:spcBef>
        <a:spcAft>
          <a:spcPts val="300"/>
        </a:spcAft>
        <a:buClr>
          <a:srgbClr val="C3260C"/>
        </a:buClr>
        <a:buSzPct val="130000"/>
        <a:buFont typeface="Georgia" pitchFamily="18" charset="0"/>
        <a:buChar char="*"/>
        <a:defRPr sz="1400" kern="1200">
          <a:solidFill>
            <a:srgbClr val="404040"/>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05603B96-19A4-4ABF-B819-5478AC45EB21}" type="slidenum">
              <a:rPr lang="en-US" smtClean="0">
                <a:solidFill>
                  <a:prstClr val="black">
                    <a:tint val="75000"/>
                  </a:prstClr>
                </a:solidFill>
                <a:latin typeface="Calibri"/>
                <a:cs typeface="+mn-cs"/>
              </a:rPr>
              <a:pPr fontAlgn="auto">
                <a:spcBef>
                  <a:spcPts val="0"/>
                </a:spcBef>
                <a:spcAft>
                  <a:spcPts val="0"/>
                </a:spcAft>
              </a:pPr>
              <a:t>‹#›</a:t>
            </a:fld>
            <a:endParaRPr lang="en-US">
              <a:solidFill>
                <a:prstClr val="black">
                  <a:tint val="75000"/>
                </a:prstClr>
              </a:solidFill>
              <a:latin typeface="Calibri"/>
              <a:cs typeface="+mn-cs"/>
            </a:endParaRPr>
          </a:p>
        </p:txBody>
      </p:sp>
    </p:spTree>
    <p:extLst>
      <p:ext uri="{BB962C8B-B14F-4D97-AF65-F5344CB8AC3E}">
        <p14:creationId xmlns:p14="http://schemas.microsoft.com/office/powerpoint/2010/main" val="151161597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Click to edit Master title style</a:t>
            </a:r>
            <a:endParaRPr 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defRPr>
            </a:lvl1pPr>
          </a:lstStyle>
          <a:p>
            <a:pPr defTabSz="457200"/>
            <a:fld id="{8A24BF4C-9CA2-423E-B4F6-7F55918723CE}" type="datetime1">
              <a:rPr lang="fr-FR" smtClean="0">
                <a:ea typeface="ＭＳ Ｐゴシック" charset="-128"/>
                <a:cs typeface="+mn-cs"/>
              </a:rPr>
              <a:pPr defTabSz="457200"/>
              <a:t>02/09/2025</a:t>
            </a:fld>
            <a:endParaRPr lang="en-US">
              <a:ea typeface="ＭＳ Ｐゴシック" charset="-128"/>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defRPr>
            </a:lvl1pPr>
          </a:lstStyle>
          <a:p>
            <a:pPr defTabSz="457200"/>
            <a:endParaRPr lang="en-US">
              <a:ea typeface="ＭＳ Ｐゴシック" charset="-128"/>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pPr defTabSz="457200"/>
            <a:fld id="{AE2053D5-6219-41C3-8D16-FE99C84E3D09}" type="slidenum">
              <a:rPr lang="en-US" smtClean="0">
                <a:ea typeface="ＭＳ Ｐゴシック" charset="-128"/>
                <a:cs typeface="+mn-cs"/>
              </a:rPr>
              <a:pPr defTabSz="457200"/>
              <a:t>‹#›</a:t>
            </a:fld>
            <a:endParaRPr lang="en-US">
              <a:ea typeface="ＭＳ Ｐゴシック" charset="-128"/>
              <a:cs typeface="+mn-cs"/>
            </a:endParaRPr>
          </a:p>
        </p:txBody>
      </p:sp>
    </p:spTree>
    <p:extLst>
      <p:ext uri="{BB962C8B-B14F-4D97-AF65-F5344CB8AC3E}">
        <p14:creationId xmlns:p14="http://schemas.microsoft.com/office/powerpoint/2010/main" val="1378189290"/>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 id="2147483929" r:id="rId12"/>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9" name="Rectangle 8"/>
          <p:cNvSpPr/>
          <p:nvPr/>
        </p:nvSpPr>
        <p:spPr>
          <a:xfrm>
            <a:off x="0" y="3768725"/>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Placeholder 1"/>
          <p:cNvSpPr>
            <a:spLocks noGrp="1"/>
          </p:cNvSpPr>
          <p:nvPr>
            <p:ph type="title"/>
          </p:nvPr>
        </p:nvSpPr>
        <p:spPr>
          <a:xfrm>
            <a:off x="1793875" y="4371975"/>
            <a:ext cx="6511925"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2061" name="Text Placeholder 2"/>
          <p:cNvSpPr>
            <a:spLocks noGrp="1"/>
          </p:cNvSpPr>
          <p:nvPr>
            <p:ph type="body" idx="1"/>
          </p:nvPr>
        </p:nvSpPr>
        <p:spPr bwMode="auto">
          <a:xfrm>
            <a:off x="1143000" y="731838"/>
            <a:ext cx="6400800"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black">
                  <a:lumMod val="50000"/>
                  <a:lumOff val="50000"/>
                </a:prstClr>
              </a:solidFill>
              <a:latin typeface="Arial" charset="0"/>
              <a:cs typeface="Arial" charset="0"/>
            </a:endParaRPr>
          </a:p>
        </p:txBody>
      </p:sp>
      <p:sp>
        <p:nvSpPr>
          <p:cNvPr id="5" name="Footer Placeholder 4"/>
          <p:cNvSpPr>
            <a:spLocks noGrp="1"/>
          </p:cNvSpPr>
          <p:nvPr>
            <p:ph type="ftr" sz="quarter" idx="3"/>
          </p:nvPr>
        </p:nvSpPr>
        <p:spPr>
          <a:xfrm>
            <a:off x="457200" y="6172200"/>
            <a:ext cx="3352800"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black">
                  <a:lumMod val="50000"/>
                  <a:lumOff val="50000"/>
                </a:prstClr>
              </a:solidFill>
              <a:latin typeface="Arial" charset="0"/>
              <a:cs typeface="Arial" charset="0"/>
            </a:endParaRPr>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fld id="{7F751AA3-EE16-4A02-8022-3142FE923698}" type="slidenum">
              <a:rPr lang="en-US">
                <a:solidFill>
                  <a:prstClr val="black">
                    <a:lumMod val="50000"/>
                    <a:lumOff val="50000"/>
                  </a:prstClr>
                </a:solidFill>
                <a:latin typeface="Arial" charset="0"/>
                <a:cs typeface="Arial" charset="0"/>
              </a:rPr>
              <a:pPr defTabSz="449263" eaLnBrk="0" fontAlgn="base" hangingPunct="0">
                <a:spcBef>
                  <a:spcPct val="0"/>
                </a:spcBef>
                <a:spcAft>
                  <a:spcPct val="0"/>
                </a:spcAft>
                <a:buClr>
                  <a:srgbClr val="000000"/>
                </a:buClr>
                <a:buSzPct val="100000"/>
                <a:buFont typeface="Times New Roman" pitchFamily="18" charset="0"/>
                <a:buNone/>
                <a:defRPr/>
              </a:pPr>
              <a:t>‹#›</a:t>
            </a:fld>
            <a:endParaRPr lang="en-US">
              <a:solidFill>
                <a:prstClr val="black">
                  <a:lumMod val="50000"/>
                  <a:lumOff val="50000"/>
                </a:prstClr>
              </a:solidFill>
              <a:latin typeface="Arial" charset="0"/>
              <a:cs typeface="Arial" charset="0"/>
            </a:endParaRPr>
          </a:p>
        </p:txBody>
      </p:sp>
    </p:spTree>
    <p:extLst>
      <p:ext uri="{BB962C8B-B14F-4D97-AF65-F5344CB8AC3E}">
        <p14:creationId xmlns:p14="http://schemas.microsoft.com/office/powerpoint/2010/main" val="18975355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Lst>
  <p:hf hdr="0" ftr="0" dt="0"/>
  <p:txStyles>
    <p:titleStyle>
      <a:lvl1pPr marL="319088" indent="-319088" algn="r" rtl="0" eaLnBrk="0" fontAlgn="base" hangingPunct="0">
        <a:spcBef>
          <a:spcPct val="0"/>
        </a:spcBef>
        <a:spcAft>
          <a:spcPct val="0"/>
        </a:spcAft>
        <a:buClr>
          <a:srgbClr val="C3260C"/>
        </a:buClr>
        <a:buSzPct val="128000"/>
        <a:buFont typeface="Georgia" pitchFamily="18" charset="0"/>
        <a:buChar char="*"/>
        <a:defRPr sz="4600" b="1"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2pPr>
      <a:lvl3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3pPr>
      <a:lvl4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4pPr>
      <a:lvl5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563" algn="l" rtl="0" eaLnBrk="0" fontAlgn="base" hangingPunct="0">
        <a:spcBef>
          <a:spcPct val="20000"/>
        </a:spcBef>
        <a:spcAft>
          <a:spcPts val="300"/>
        </a:spcAft>
        <a:buClr>
          <a:srgbClr val="C3260C"/>
        </a:buClr>
        <a:buSzPct val="130000"/>
        <a:buFont typeface="Georgia" pitchFamily="18" charset="0"/>
        <a:buChar char="*"/>
        <a:defRPr sz="2200" kern="1200">
          <a:solidFill>
            <a:srgbClr val="404040"/>
          </a:solidFill>
          <a:latin typeface="+mn-lt"/>
          <a:ea typeface="+mn-ea"/>
          <a:cs typeface="+mn-cs"/>
        </a:defRPr>
      </a:lvl1pPr>
      <a:lvl2pPr marL="547688" indent="-182563" algn="l" rtl="0" eaLnBrk="0" fontAlgn="base" hangingPunct="0">
        <a:spcBef>
          <a:spcPct val="20000"/>
        </a:spcBef>
        <a:spcAft>
          <a:spcPts val="300"/>
        </a:spcAft>
        <a:buClr>
          <a:srgbClr val="C3260C"/>
        </a:buClr>
        <a:buSzPct val="130000"/>
        <a:buFont typeface="Georgia" pitchFamily="18" charset="0"/>
        <a:buChar char="*"/>
        <a:defRPr sz="2000" kern="1200">
          <a:solidFill>
            <a:srgbClr val="404040"/>
          </a:solidFill>
          <a:latin typeface="+mn-lt"/>
          <a:ea typeface="+mn-ea"/>
          <a:cs typeface="+mn-cs"/>
        </a:defRPr>
      </a:lvl2pPr>
      <a:lvl3pPr marL="822325" indent="-182563" algn="l" rtl="0" eaLnBrk="0" fontAlgn="base" hangingPunct="0">
        <a:spcBef>
          <a:spcPct val="20000"/>
        </a:spcBef>
        <a:spcAft>
          <a:spcPts val="300"/>
        </a:spcAft>
        <a:buClr>
          <a:srgbClr val="C3260C"/>
        </a:buClr>
        <a:buSzPct val="130000"/>
        <a:buFont typeface="Georgia" pitchFamily="18" charset="0"/>
        <a:buChar char="*"/>
        <a:defRPr kern="1200">
          <a:solidFill>
            <a:srgbClr val="404040"/>
          </a:solidFill>
          <a:latin typeface="+mn-lt"/>
          <a:ea typeface="+mn-ea"/>
          <a:cs typeface="+mn-cs"/>
        </a:defRPr>
      </a:lvl3pPr>
      <a:lvl4pPr marL="1096963" indent="-182563" algn="l" rtl="0" eaLnBrk="0" fontAlgn="base" hangingPunct="0">
        <a:spcBef>
          <a:spcPct val="20000"/>
        </a:spcBef>
        <a:spcAft>
          <a:spcPts val="300"/>
        </a:spcAft>
        <a:buClr>
          <a:srgbClr val="C3260C"/>
        </a:buClr>
        <a:buSzPct val="130000"/>
        <a:buFont typeface="Georgia" pitchFamily="18" charset="0"/>
        <a:buChar char="*"/>
        <a:defRPr sz="1600" kern="1200">
          <a:solidFill>
            <a:srgbClr val="404040"/>
          </a:solidFill>
          <a:latin typeface="+mn-lt"/>
          <a:ea typeface="+mn-ea"/>
          <a:cs typeface="+mn-cs"/>
        </a:defRPr>
      </a:lvl4pPr>
      <a:lvl5pPr marL="1389063" indent="-182563" algn="l" rtl="0" eaLnBrk="0" fontAlgn="base" hangingPunct="0">
        <a:spcBef>
          <a:spcPct val="20000"/>
        </a:spcBef>
        <a:spcAft>
          <a:spcPts val="300"/>
        </a:spcAft>
        <a:buClr>
          <a:srgbClr val="C3260C"/>
        </a:buClr>
        <a:buSzPct val="130000"/>
        <a:buFont typeface="Georgia" pitchFamily="18" charset="0"/>
        <a:buChar char="*"/>
        <a:defRPr sz="1400" kern="1200">
          <a:solidFill>
            <a:srgbClr val="404040"/>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3"/>
          <p:cNvSpPr>
            <a:spLocks noGrp="1"/>
          </p:cNvSpPr>
          <p:nvPr>
            <p:ph type="subTitle" idx="1"/>
          </p:nvPr>
        </p:nvSpPr>
        <p:spPr>
          <a:xfrm>
            <a:off x="1600200" y="4871544"/>
            <a:ext cx="6400800" cy="1529256"/>
          </a:xfrm>
        </p:spPr>
        <p:txBody>
          <a:bodyPr rtlCol="0">
            <a:normAutofit fontScale="92500" lnSpcReduction="10000"/>
          </a:bodyPr>
          <a:lstStyle/>
          <a:p>
            <a:pPr eaLnBrk="1" fontAlgn="auto" hangingPunct="1">
              <a:buClr>
                <a:schemeClr val="accent6">
                  <a:lumMod val="75000"/>
                </a:schemeClr>
              </a:buClr>
              <a:defRPr/>
            </a:pPr>
            <a:endParaRPr lang="en-US" b="1" dirty="0">
              <a:solidFill>
                <a:schemeClr val="tx1"/>
              </a:solidFill>
            </a:endParaRPr>
          </a:p>
          <a:p>
            <a:pPr algn="ctr" eaLnBrk="1" fontAlgn="auto" hangingPunct="1">
              <a:buClr>
                <a:schemeClr val="accent6">
                  <a:lumMod val="75000"/>
                </a:schemeClr>
              </a:buClr>
              <a:defRPr/>
            </a:pPr>
            <a:r>
              <a:rPr lang="en-US" sz="3200" b="1" dirty="0">
                <a:solidFill>
                  <a:srgbClr val="002060"/>
                </a:solidFill>
                <a:effectLst>
                  <a:outerShdw blurRad="38100" dist="38100" dir="2700000" algn="tl">
                    <a:srgbClr val="000000">
                      <a:alpha val="43137"/>
                    </a:srgbClr>
                  </a:outerShdw>
                </a:effectLst>
              </a:rPr>
              <a:t>Lecture-26</a:t>
            </a:r>
          </a:p>
          <a:p>
            <a:pPr algn="ctr" eaLnBrk="1" fontAlgn="auto" hangingPunct="1">
              <a:buClr>
                <a:schemeClr val="accent6">
                  <a:lumMod val="75000"/>
                </a:schemeClr>
              </a:buClr>
              <a:defRPr/>
            </a:pPr>
            <a:r>
              <a:rPr lang="en-US" sz="3200" b="1" dirty="0">
                <a:solidFill>
                  <a:srgbClr val="002060"/>
                </a:solidFill>
                <a:effectLst>
                  <a:outerShdw blurRad="38100" dist="38100" dir="2700000" algn="tl">
                    <a:srgbClr val="000000">
                      <a:alpha val="43137"/>
                    </a:srgbClr>
                  </a:outerShdw>
                </a:effectLst>
              </a:rPr>
              <a:t>Date: </a:t>
            </a:r>
            <a:r>
              <a:rPr lang="en-US" sz="3200" b="1">
                <a:solidFill>
                  <a:srgbClr val="002060"/>
                </a:solidFill>
                <a:effectLst>
                  <a:outerShdw blurRad="38100" dist="38100" dir="2700000" algn="tl">
                    <a:srgbClr val="000000">
                      <a:alpha val="43137"/>
                    </a:srgbClr>
                  </a:outerShdw>
                </a:effectLst>
              </a:rPr>
              <a:t>//</a:t>
            </a:r>
            <a:r>
              <a:rPr lang="en-US" sz="3200" b="1" smtClean="0">
                <a:solidFill>
                  <a:srgbClr val="002060"/>
                </a:solidFill>
                <a:effectLst>
                  <a:outerShdw blurRad="38100" dist="38100" dir="2700000" algn="tl">
                    <a:srgbClr val="000000">
                      <a:alpha val="43137"/>
                    </a:srgbClr>
                  </a:outerShdw>
                </a:effectLst>
              </a:rPr>
              <a:t>2024</a:t>
            </a:r>
            <a:endParaRPr lang="en-US" dirty="0">
              <a:solidFill>
                <a:schemeClr val="tx1"/>
              </a:solidFill>
            </a:endParaRPr>
          </a:p>
        </p:txBody>
      </p:sp>
      <p:sp>
        <p:nvSpPr>
          <p:cNvPr id="3074" name="Title 2"/>
          <p:cNvSpPr>
            <a:spLocks noGrp="1"/>
          </p:cNvSpPr>
          <p:nvPr>
            <p:ph type="ctrTitle"/>
          </p:nvPr>
        </p:nvSpPr>
        <p:spPr>
          <a:xfrm>
            <a:off x="533400" y="725213"/>
            <a:ext cx="8077200" cy="4432027"/>
          </a:xfrm>
        </p:spPr>
        <p:txBody>
          <a:bodyPr/>
          <a:lstStyle/>
          <a:p>
            <a:pPr marL="182880" indent="0" algn="ctr" eaLnBrk="1" fontAlgn="auto" hangingPunct="1">
              <a:spcAft>
                <a:spcPts val="0"/>
              </a:spcAft>
              <a:buClr>
                <a:schemeClr val="accent6">
                  <a:lumMod val="75000"/>
                </a:schemeClr>
              </a:buClr>
              <a:buNone/>
              <a:defRPr/>
            </a:pPr>
            <a: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t>Data Structures</a:t>
            </a:r>
            <a:b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ICT-1211</a:t>
            </a:r>
            <a:b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Information and Communication Technology</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1D62340-A1EA-4CE0-A397-B868A3BF73D1}" type="slidenum">
              <a:rPr kumimoji="0" lang="en-US" sz="1200" b="1" i="0" u="none" strike="noStrike" kern="1200" cap="none" spc="0" normalizeH="0" baseline="0" noProof="0" smtClean="0">
                <a:ln>
                  <a:noFill/>
                </a:ln>
                <a:solidFill>
                  <a:prstClr val="black">
                    <a:lumMod val="50000"/>
                    <a:lumOff val="50000"/>
                  </a:prstClr>
                </a:solidFill>
                <a:effectLst/>
                <a:uLnTx/>
                <a:uFillTx/>
                <a:latin typeface="Trebuchet MS"/>
                <a:ea typeface="+mn-ea"/>
                <a:cs typeface="Arial" charset="0"/>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1200" b="1" i="0" u="none" strike="noStrike" kern="1200" cap="none" spc="0" normalizeH="0" baseline="0" noProof="0">
              <a:ln>
                <a:noFill/>
              </a:ln>
              <a:solidFill>
                <a:prstClr val="black">
                  <a:lumMod val="50000"/>
                  <a:lumOff val="50000"/>
                </a:prstClr>
              </a:solidFill>
              <a:effectLst/>
              <a:uLnTx/>
              <a:uFillTx/>
              <a:latin typeface="Trebuchet MS"/>
              <a:ea typeface="+mn-ea"/>
              <a:cs typeface="Arial" charset="0"/>
            </a:endParaRPr>
          </a:p>
        </p:txBody>
      </p:sp>
    </p:spTree>
    <p:extLst>
      <p:ext uri="{BB962C8B-B14F-4D97-AF65-F5344CB8AC3E}">
        <p14:creationId xmlns:p14="http://schemas.microsoft.com/office/powerpoint/2010/main" val="3297418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550" y="2636890"/>
            <a:ext cx="6511925" cy="1143000"/>
          </a:xfrm>
        </p:spPr>
        <p:txBody>
          <a:bodyPr/>
          <a:lstStyle/>
          <a:p>
            <a:pPr marL="0" indent="0" algn="ctr">
              <a:buNone/>
            </a:pPr>
            <a: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t>TREES</a:t>
            </a:r>
          </a:p>
        </p:txBody>
      </p:sp>
      <p:sp>
        <p:nvSpPr>
          <p:cNvPr id="4" name="Slide Number Placeholder 3"/>
          <p:cNvSpPr>
            <a:spLocks noGrp="1"/>
          </p:cNvSpPr>
          <p:nvPr>
            <p:ph type="sldNum" sz="quarter" idx="16"/>
          </p:nvPr>
        </p:nvSpPr>
        <p:spPr/>
        <p:txBody>
          <a:bodyPr/>
          <a:lstStyle/>
          <a:p>
            <a:pPr>
              <a:defRPr/>
            </a:pPr>
            <a:fld id="{4315956A-8026-4861-99E0-6ECDFB0AE949}" type="slidenum">
              <a:rPr lang="en-US" smtClean="0">
                <a:solidFill>
                  <a:prstClr val="black">
                    <a:lumMod val="50000"/>
                    <a:lumOff val="50000"/>
                  </a:prstClr>
                </a:solidFill>
              </a:rPr>
              <a:pPr>
                <a:defRPr/>
              </a:pPr>
              <a:t>2</a:t>
            </a:fld>
            <a:endParaRPr lang="en-US">
              <a:solidFill>
                <a:prstClr val="black">
                  <a:lumMod val="50000"/>
                  <a:lumOff val="50000"/>
                </a:prstClr>
              </a:solidFill>
            </a:endParaRPr>
          </a:p>
        </p:txBody>
      </p:sp>
    </p:spTree>
    <p:extLst>
      <p:ext uri="{BB962C8B-B14F-4D97-AF65-F5344CB8AC3E}">
        <p14:creationId xmlns:p14="http://schemas.microsoft.com/office/powerpoint/2010/main" val="931682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Binary Tree: Expression</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3</a:t>
            </a:fld>
            <a:endParaRPr lang="en-US" dirty="0">
              <a:solidFill>
                <a:prstClr val="black">
                  <a:tint val="75000"/>
                </a:prstClr>
              </a:solidFill>
            </a:endParaRPr>
          </a:p>
        </p:txBody>
      </p:sp>
      <p:pic>
        <p:nvPicPr>
          <p:cNvPr id="1331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420" y="1412720"/>
            <a:ext cx="8231262" cy="3816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2754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Binary Tree: Properties</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4</a:t>
            </a:fld>
            <a:endParaRPr lang="en-US" dirty="0">
              <a:solidFill>
                <a:prstClr val="black">
                  <a:tint val="75000"/>
                </a:prstClr>
              </a:solidFill>
            </a:endParaRPr>
          </a:p>
        </p:txBody>
      </p:sp>
      <p:pic>
        <p:nvPicPr>
          <p:cNvPr id="1433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400" y="1268700"/>
            <a:ext cx="8734719" cy="504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797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Binary Tree: Properties</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5</a:t>
            </a:fld>
            <a:endParaRPr lang="en-US" dirty="0">
              <a:solidFill>
                <a:prstClr val="black">
                  <a:tint val="75000"/>
                </a:prstClr>
              </a:solidFill>
            </a:endParaRPr>
          </a:p>
        </p:txBody>
      </p:sp>
      <p:pic>
        <p:nvPicPr>
          <p:cNvPr id="1536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420" y="1916790"/>
            <a:ext cx="8494043" cy="324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4501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Full Binary Tree</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6</a:t>
            </a:fld>
            <a:endParaRPr lang="en-US" dirty="0">
              <a:solidFill>
                <a:prstClr val="black">
                  <a:tint val="75000"/>
                </a:prstClr>
              </a:solidFill>
            </a:endParaRPr>
          </a:p>
        </p:txBody>
      </p:sp>
      <p:pic>
        <p:nvPicPr>
          <p:cNvPr id="1638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1450" y="1422880"/>
            <a:ext cx="7777080" cy="5212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9853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Full Binary Tree</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7</a:t>
            </a:fld>
            <a:endParaRPr lang="en-US" dirty="0">
              <a:solidFill>
                <a:prstClr val="black">
                  <a:tint val="75000"/>
                </a:prstClr>
              </a:solidFill>
            </a:endParaRPr>
          </a:p>
        </p:txBody>
      </p:sp>
      <p:pic>
        <p:nvPicPr>
          <p:cNvPr id="1741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3410" y="1484730"/>
            <a:ext cx="8229600" cy="4360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2628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Full Binary Tree</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8</a:t>
            </a:fld>
            <a:endParaRPr lang="en-US" dirty="0">
              <a:solidFill>
                <a:prstClr val="black">
                  <a:tint val="75000"/>
                </a:prstClr>
              </a:solidFill>
            </a:endParaRPr>
          </a:p>
        </p:txBody>
      </p:sp>
      <p:pic>
        <p:nvPicPr>
          <p:cNvPr id="1843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68263" y="1600200"/>
            <a:ext cx="8007473"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120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Full Binary Tree</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9</a:t>
            </a:fld>
            <a:endParaRPr lang="en-US" dirty="0">
              <a:solidFill>
                <a:prstClr val="black">
                  <a:tint val="75000"/>
                </a:prstClr>
              </a:solidFill>
            </a:endParaRPr>
          </a:p>
        </p:txBody>
      </p:sp>
      <p:pic>
        <p:nvPicPr>
          <p:cNvPr id="1945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420" y="1628750"/>
            <a:ext cx="8229600" cy="4462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642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Complete Binary Tree</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10</a:t>
            </a:fld>
            <a:endParaRPr lang="en-US" dirty="0">
              <a:solidFill>
                <a:prstClr val="black">
                  <a:tint val="75000"/>
                </a:prstClr>
              </a:solidFill>
            </a:endParaRPr>
          </a:p>
        </p:txBody>
      </p:sp>
      <p:pic>
        <p:nvPicPr>
          <p:cNvPr id="2048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400" y="1412720"/>
            <a:ext cx="8515041" cy="439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3893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Complete Binary Tree</a:t>
            </a:r>
          </a:p>
        </p:txBody>
      </p:sp>
      <p:sp>
        <p:nvSpPr>
          <p:cNvPr id="2" name="Content Placeholder 1"/>
          <p:cNvSpPr>
            <a:spLocks noGrp="1"/>
          </p:cNvSpPr>
          <p:nvPr>
            <p:ph idx="1"/>
          </p:nvPr>
        </p:nvSpPr>
        <p:spPr>
          <a:xfrm>
            <a:off x="457200" y="1412720"/>
            <a:ext cx="8229600" cy="4968690"/>
          </a:xfrm>
        </p:spPr>
        <p:txBody>
          <a:bodyPr>
            <a:normAutofit/>
          </a:bodyPr>
          <a:lstStyle/>
          <a:p>
            <a:pPr marL="0" indent="0" algn="just">
              <a:buNone/>
            </a:pPr>
            <a:r>
              <a:rPr lang="en-US" dirty="0"/>
              <a:t>The tree T is said to be complete if all it’s levels, except possibly the last, have the maximum number of possible nodes, and if all the nodes at the last level appear as far left as possible.</a:t>
            </a:r>
          </a:p>
          <a:p>
            <a:pPr marL="0" indent="0" algn="just">
              <a:buNone/>
            </a:pPr>
            <a:r>
              <a:rPr lang="en-US" dirty="0"/>
              <a:t>                                          1</a:t>
            </a:r>
          </a:p>
          <a:p>
            <a:pPr marL="0" indent="0" algn="just">
              <a:buNone/>
            </a:pPr>
            <a:r>
              <a:rPr lang="en-US" dirty="0"/>
              <a:t>                        2                                     3 </a:t>
            </a:r>
          </a:p>
          <a:p>
            <a:pPr marL="0" indent="0" algn="just">
              <a:buNone/>
            </a:pPr>
            <a:r>
              <a:rPr lang="en-US" dirty="0"/>
              <a:t>               4                  5                   6                   7 </a:t>
            </a:r>
          </a:p>
          <a:p>
            <a:pPr marL="0" indent="0" algn="just">
              <a:buNone/>
            </a:pPr>
            <a:r>
              <a:rPr lang="en-US" dirty="0"/>
              <a:t>        8         9        10       11       12     13      14     15</a:t>
            </a:r>
          </a:p>
          <a:p>
            <a:pPr marL="0" indent="0" algn="just">
              <a:buNone/>
            </a:pPr>
            <a:r>
              <a:rPr lang="en-US" sz="2800" dirty="0"/>
              <a:t>   </a:t>
            </a:r>
            <a:r>
              <a:rPr lang="en-US" sz="2400" dirty="0"/>
              <a:t> 16    17    18   19    20   21    22   23    24  25  26</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11</a:t>
            </a:fld>
            <a:endParaRPr lang="en-US" dirty="0">
              <a:solidFill>
                <a:prstClr val="black">
                  <a:tint val="75000"/>
                </a:prstClr>
              </a:solidFill>
            </a:endParaRPr>
          </a:p>
        </p:txBody>
      </p:sp>
      <p:cxnSp>
        <p:nvCxnSpPr>
          <p:cNvPr id="6" name="Straight Connector 5"/>
          <p:cNvCxnSpPr/>
          <p:nvPr/>
        </p:nvCxnSpPr>
        <p:spPr>
          <a:xfrm flipH="1">
            <a:off x="3131800" y="3789050"/>
            <a:ext cx="1296180" cy="360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16020" y="3789050"/>
            <a:ext cx="1728240" cy="360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2195670" y="4437140"/>
            <a:ext cx="504070" cy="360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987780" y="4437140"/>
            <a:ext cx="792110" cy="360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5940190" y="4437140"/>
            <a:ext cx="360050" cy="360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660290" y="4437140"/>
            <a:ext cx="1008140" cy="360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475570" y="5085230"/>
            <a:ext cx="360050" cy="288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051650" y="5085230"/>
            <a:ext cx="396055" cy="288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3383835" y="4941210"/>
            <a:ext cx="396055" cy="432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995920" y="4941210"/>
            <a:ext cx="432060" cy="432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5580140" y="5157240"/>
            <a:ext cx="144020"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940190" y="5085230"/>
            <a:ext cx="360050" cy="180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7452400" y="4941210"/>
            <a:ext cx="216030" cy="324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7884460" y="4941210"/>
            <a:ext cx="360050" cy="324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1115520" y="5661310"/>
            <a:ext cx="144020"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475570" y="5661310"/>
            <a:ext cx="180025"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2195670" y="5661310"/>
            <a:ext cx="54007"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447705" y="5661310"/>
            <a:ext cx="252035"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3275820" y="5661310"/>
            <a:ext cx="108015"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3581862" y="5661310"/>
            <a:ext cx="198028"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a:off x="4211950" y="5661310"/>
            <a:ext cx="216030"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4572000" y="5661310"/>
            <a:ext cx="288040"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5436120" y="5661310"/>
            <a:ext cx="144020"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652150" y="5661310"/>
            <a:ext cx="288040" cy="216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6300240" y="5661310"/>
            <a:ext cx="144020" cy="21603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999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Example of Complete Binary Tree</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12</a:t>
            </a:fld>
            <a:endParaRPr lang="en-US" dirty="0">
              <a:solidFill>
                <a:prstClr val="black">
                  <a:tint val="75000"/>
                </a:prstClr>
              </a:solidFill>
            </a:endParaRPr>
          </a:p>
        </p:txBody>
      </p:sp>
      <p:pic>
        <p:nvPicPr>
          <p:cNvPr id="2150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3410" y="1484730"/>
            <a:ext cx="8439638" cy="4248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3058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Extended Binary Trees: 2-Trees</a:t>
            </a:r>
          </a:p>
        </p:txBody>
      </p:sp>
      <p:sp>
        <p:nvSpPr>
          <p:cNvPr id="2" name="Content Placeholder 1"/>
          <p:cNvSpPr>
            <a:spLocks noGrp="1"/>
          </p:cNvSpPr>
          <p:nvPr>
            <p:ph idx="1"/>
          </p:nvPr>
        </p:nvSpPr>
        <p:spPr>
          <a:xfrm>
            <a:off x="457200" y="1412720"/>
            <a:ext cx="8229600" cy="5256730"/>
          </a:xfrm>
        </p:spPr>
        <p:txBody>
          <a:bodyPr>
            <a:normAutofit/>
          </a:bodyPr>
          <a:lstStyle/>
          <a:p>
            <a:pPr marL="0" indent="0" algn="just">
              <a:buNone/>
            </a:pPr>
            <a:r>
              <a:rPr lang="en-US" sz="2400" dirty="0"/>
              <a:t>A binary tree T is said to be 2-tree or an extended binary tree if each node N has either 0 or 2 children. In such case, the nodes with 2 children are called internal nodes, and the nodes with 0 children are called external nodes. </a:t>
            </a:r>
          </a:p>
          <a:p>
            <a:pPr marL="0" indent="0" algn="just">
              <a:buNone/>
            </a:pPr>
            <a:endParaRPr lang="en-US" sz="2400" dirty="0"/>
          </a:p>
          <a:p>
            <a:pPr marL="0" indent="0" algn="just">
              <a:buNone/>
            </a:pPr>
            <a:r>
              <a:rPr lang="en-US" sz="2400" dirty="0"/>
              <a:t>                                                                                    </a:t>
            </a:r>
          </a:p>
          <a:p>
            <a:pPr marL="0" indent="0" algn="just">
              <a:buNone/>
            </a:pPr>
            <a:endParaRPr lang="en-US" sz="2400" dirty="0"/>
          </a:p>
          <a:p>
            <a:pPr marL="0" indent="0" algn="just">
              <a:buNone/>
            </a:pPr>
            <a:r>
              <a:rPr lang="en-US" sz="2400" dirty="0"/>
              <a:t>                                                                                                 </a:t>
            </a:r>
          </a:p>
          <a:p>
            <a:pPr marL="0" indent="0" algn="just">
              <a:buNone/>
            </a:pPr>
            <a:endParaRPr lang="en-US" sz="2400" dirty="0"/>
          </a:p>
          <a:p>
            <a:pPr marL="0" indent="0" algn="just">
              <a:buNone/>
            </a:pPr>
            <a:r>
              <a:rPr lang="en-US" sz="2400" dirty="0"/>
              <a:t>                                                                                 </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13</a:t>
            </a:fld>
            <a:endParaRPr lang="en-US" dirty="0">
              <a:solidFill>
                <a:prstClr val="black">
                  <a:tint val="75000"/>
                </a:prstClr>
              </a:solidFill>
            </a:endParaRPr>
          </a:p>
        </p:txBody>
      </p:sp>
      <p:sp>
        <p:nvSpPr>
          <p:cNvPr id="3" name="Oval 2"/>
          <p:cNvSpPr/>
          <p:nvPr/>
        </p:nvSpPr>
        <p:spPr>
          <a:xfrm>
            <a:off x="1979640" y="350101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Oval 5"/>
          <p:cNvSpPr/>
          <p:nvPr/>
        </p:nvSpPr>
        <p:spPr>
          <a:xfrm>
            <a:off x="5774665" y="3480245"/>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p:cNvSpPr/>
          <p:nvPr/>
        </p:nvSpPr>
        <p:spPr>
          <a:xfrm>
            <a:off x="1259540" y="431830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p:cNvSpPr/>
          <p:nvPr/>
        </p:nvSpPr>
        <p:spPr>
          <a:xfrm>
            <a:off x="2627730" y="432019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Oval 8"/>
          <p:cNvSpPr/>
          <p:nvPr/>
        </p:nvSpPr>
        <p:spPr>
          <a:xfrm>
            <a:off x="5076070" y="431830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Oval 9"/>
          <p:cNvSpPr/>
          <p:nvPr/>
        </p:nvSpPr>
        <p:spPr>
          <a:xfrm>
            <a:off x="6822630" y="431830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Oval 10"/>
          <p:cNvSpPr/>
          <p:nvPr/>
        </p:nvSpPr>
        <p:spPr>
          <a:xfrm>
            <a:off x="2214875" y="5160336"/>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Oval 11"/>
          <p:cNvSpPr/>
          <p:nvPr/>
        </p:nvSpPr>
        <p:spPr>
          <a:xfrm>
            <a:off x="6372250" y="5078185"/>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Oval 12"/>
          <p:cNvSpPr/>
          <p:nvPr/>
        </p:nvSpPr>
        <p:spPr>
          <a:xfrm>
            <a:off x="683460" y="5078185"/>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Oval 13"/>
          <p:cNvSpPr/>
          <p:nvPr/>
        </p:nvSpPr>
        <p:spPr>
          <a:xfrm>
            <a:off x="4716020" y="508523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p:cNvSpPr/>
          <p:nvPr/>
        </p:nvSpPr>
        <p:spPr>
          <a:xfrm>
            <a:off x="5465007" y="5085230"/>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p:nvPr/>
        </p:nvSpPr>
        <p:spPr>
          <a:xfrm>
            <a:off x="7524410" y="5044351"/>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Oval 16"/>
          <p:cNvSpPr/>
          <p:nvPr/>
        </p:nvSpPr>
        <p:spPr>
          <a:xfrm>
            <a:off x="2848835" y="573332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Oval 17"/>
          <p:cNvSpPr/>
          <p:nvPr/>
        </p:nvSpPr>
        <p:spPr>
          <a:xfrm>
            <a:off x="6930420" y="579276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p:cNvSpPr/>
          <p:nvPr/>
        </p:nvSpPr>
        <p:spPr>
          <a:xfrm>
            <a:off x="4211950" y="5733320"/>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p:cNvSpPr/>
          <p:nvPr/>
        </p:nvSpPr>
        <p:spPr>
          <a:xfrm>
            <a:off x="5331739" y="5762038"/>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p:cNvSpPr/>
          <p:nvPr/>
        </p:nvSpPr>
        <p:spPr>
          <a:xfrm>
            <a:off x="6105715" y="5762037"/>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p:cNvSpPr/>
          <p:nvPr/>
        </p:nvSpPr>
        <p:spPr>
          <a:xfrm>
            <a:off x="6539560" y="6309400"/>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p:cNvSpPr/>
          <p:nvPr/>
        </p:nvSpPr>
        <p:spPr>
          <a:xfrm>
            <a:off x="7422924" y="6309399"/>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5" name="Straight Connector 24"/>
          <p:cNvCxnSpPr>
            <a:stCxn id="3" idx="3"/>
          </p:cNvCxnSpPr>
          <p:nvPr/>
        </p:nvCxnSpPr>
        <p:spPr>
          <a:xfrm flipH="1">
            <a:off x="1367555" y="3685403"/>
            <a:ext cx="643722" cy="632897"/>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a:stCxn id="3" idx="5"/>
            <a:endCxn id="8" idx="0"/>
          </p:cNvCxnSpPr>
          <p:nvPr/>
        </p:nvCxnSpPr>
        <p:spPr>
          <a:xfrm>
            <a:off x="2164033" y="3685403"/>
            <a:ext cx="571712" cy="63478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a:stCxn id="7" idx="3"/>
            <a:endCxn id="13" idx="0"/>
          </p:cNvCxnSpPr>
          <p:nvPr/>
        </p:nvCxnSpPr>
        <p:spPr>
          <a:xfrm flipH="1">
            <a:off x="791475" y="4502693"/>
            <a:ext cx="499702" cy="575492"/>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p:cNvCxnSpPr>
            <a:stCxn id="8" idx="4"/>
            <a:endCxn id="11" idx="0"/>
          </p:cNvCxnSpPr>
          <p:nvPr/>
        </p:nvCxnSpPr>
        <p:spPr>
          <a:xfrm flipH="1">
            <a:off x="2322890" y="4536220"/>
            <a:ext cx="412855" cy="62411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p:cNvCxnSpPr>
            <a:stCxn id="11" idx="5"/>
            <a:endCxn id="17" idx="1"/>
          </p:cNvCxnSpPr>
          <p:nvPr/>
        </p:nvCxnSpPr>
        <p:spPr>
          <a:xfrm>
            <a:off x="2399268" y="5344729"/>
            <a:ext cx="481204" cy="420228"/>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p:cNvCxnSpPr>
            <a:stCxn id="6" idx="4"/>
            <a:endCxn id="9" idx="0"/>
          </p:cNvCxnSpPr>
          <p:nvPr/>
        </p:nvCxnSpPr>
        <p:spPr>
          <a:xfrm flipH="1">
            <a:off x="5184085" y="3696275"/>
            <a:ext cx="698595" cy="622025"/>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a:stCxn id="6" idx="5"/>
            <a:endCxn id="10" idx="1"/>
          </p:cNvCxnSpPr>
          <p:nvPr/>
        </p:nvCxnSpPr>
        <p:spPr>
          <a:xfrm>
            <a:off x="5959058" y="3664638"/>
            <a:ext cx="895209" cy="685299"/>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9" idx="3"/>
            <a:endCxn id="14" idx="1"/>
          </p:cNvCxnSpPr>
          <p:nvPr/>
        </p:nvCxnSpPr>
        <p:spPr>
          <a:xfrm flipH="1">
            <a:off x="4747657" y="4502693"/>
            <a:ext cx="360050" cy="614174"/>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9" idx="5"/>
            <a:endCxn id="15" idx="0"/>
          </p:cNvCxnSpPr>
          <p:nvPr/>
        </p:nvCxnSpPr>
        <p:spPr>
          <a:xfrm>
            <a:off x="5260463" y="4502693"/>
            <a:ext cx="337812" cy="582537"/>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a:stCxn id="10" idx="2"/>
            <a:endCxn id="12" idx="0"/>
          </p:cNvCxnSpPr>
          <p:nvPr/>
        </p:nvCxnSpPr>
        <p:spPr>
          <a:xfrm flipH="1">
            <a:off x="6480265" y="4426315"/>
            <a:ext cx="342365" cy="651870"/>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p:cNvCxnSpPr>
            <a:stCxn id="10" idx="5"/>
            <a:endCxn id="16" idx="0"/>
          </p:cNvCxnSpPr>
          <p:nvPr/>
        </p:nvCxnSpPr>
        <p:spPr>
          <a:xfrm>
            <a:off x="7007023" y="4502693"/>
            <a:ext cx="650655" cy="541658"/>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p:cNvCxnSpPr>
            <a:stCxn id="14" idx="3"/>
            <a:endCxn id="19" idx="0"/>
          </p:cNvCxnSpPr>
          <p:nvPr/>
        </p:nvCxnSpPr>
        <p:spPr>
          <a:xfrm flipH="1">
            <a:off x="4345218" y="5269623"/>
            <a:ext cx="402439" cy="463697"/>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p:cNvCxnSpPr>
            <a:stCxn id="14" idx="5"/>
            <a:endCxn id="20" idx="0"/>
          </p:cNvCxnSpPr>
          <p:nvPr/>
        </p:nvCxnSpPr>
        <p:spPr>
          <a:xfrm>
            <a:off x="4900413" y="5269623"/>
            <a:ext cx="564594" cy="492415"/>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p:cNvCxnSpPr>
            <a:stCxn id="12" idx="3"/>
            <a:endCxn id="21" idx="0"/>
          </p:cNvCxnSpPr>
          <p:nvPr/>
        </p:nvCxnSpPr>
        <p:spPr>
          <a:xfrm flipH="1">
            <a:off x="6238983" y="5262578"/>
            <a:ext cx="164904" cy="499459"/>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p:cNvCxnSpPr>
            <a:stCxn id="12" idx="5"/>
            <a:endCxn id="18" idx="0"/>
          </p:cNvCxnSpPr>
          <p:nvPr/>
        </p:nvCxnSpPr>
        <p:spPr>
          <a:xfrm>
            <a:off x="6556643" y="5262578"/>
            <a:ext cx="481792" cy="530182"/>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p:cNvCxnSpPr>
            <a:stCxn id="18" idx="3"/>
            <a:endCxn id="22" idx="0"/>
          </p:cNvCxnSpPr>
          <p:nvPr/>
        </p:nvCxnSpPr>
        <p:spPr>
          <a:xfrm flipH="1">
            <a:off x="6672828" y="5977153"/>
            <a:ext cx="289229" cy="332247"/>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p:cNvCxnSpPr>
            <a:stCxn id="18" idx="5"/>
            <a:endCxn id="23" idx="0"/>
          </p:cNvCxnSpPr>
          <p:nvPr/>
        </p:nvCxnSpPr>
        <p:spPr>
          <a:xfrm>
            <a:off x="7114813" y="5977153"/>
            <a:ext cx="441379" cy="33224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16606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50042"/>
          </a:xfrm>
        </p:spPr>
        <p:txBody>
          <a:bodyPr>
            <a:normAutofit/>
          </a:bodyPr>
          <a:lstStyle/>
          <a:p>
            <a:pPr>
              <a:defRPr/>
            </a:pPr>
            <a:r>
              <a:rPr lang="en-US" sz="3600" b="1" dirty="0">
                <a:solidFill>
                  <a:srgbClr val="FF0000"/>
                </a:solidFill>
                <a:effectLst>
                  <a:outerShdw blurRad="38100" dist="38100" dir="2700000" algn="tl">
                    <a:srgbClr val="000000">
                      <a:alpha val="43137"/>
                    </a:srgbClr>
                  </a:outerShdw>
                </a:effectLst>
                <a:latin typeface="Arial" charset="0"/>
              </a:rPr>
              <a:t>Extended Binary Trees: 2-Trees</a:t>
            </a:r>
          </a:p>
        </p:txBody>
      </p:sp>
      <p:sp>
        <p:nvSpPr>
          <p:cNvPr id="2" name="Content Placeholder 1"/>
          <p:cNvSpPr>
            <a:spLocks noGrp="1"/>
          </p:cNvSpPr>
          <p:nvPr>
            <p:ph idx="1"/>
          </p:nvPr>
        </p:nvSpPr>
        <p:spPr>
          <a:xfrm>
            <a:off x="457200" y="1412720"/>
            <a:ext cx="8229600" cy="5256730"/>
          </a:xfrm>
        </p:spPr>
        <p:txBody>
          <a:bodyPr>
            <a:normAutofit/>
          </a:bodyPr>
          <a:lstStyle/>
          <a:p>
            <a:pPr marL="0" indent="0" algn="just">
              <a:buNone/>
            </a:pPr>
            <a:r>
              <a:rPr lang="en-US" sz="2400" dirty="0"/>
              <a:t>A binary tree T is said to be 2-tree or an extended binary tree if each node N has either 0 or 2 children. In such case, the nodes with 2 children are called internal nodes, and the nodes with 0 children are called external nodes. </a:t>
            </a:r>
          </a:p>
          <a:p>
            <a:pPr marL="0" indent="0" algn="just">
              <a:buNone/>
            </a:pPr>
            <a:endParaRPr lang="en-US" sz="2400" dirty="0"/>
          </a:p>
          <a:p>
            <a:pPr marL="0" indent="0" algn="just">
              <a:buNone/>
            </a:pPr>
            <a:r>
              <a:rPr lang="en-US" sz="2400" dirty="0"/>
              <a:t>                                                                                    </a:t>
            </a:r>
          </a:p>
          <a:p>
            <a:pPr marL="0" indent="0" algn="just">
              <a:buNone/>
            </a:pPr>
            <a:endParaRPr lang="en-US" sz="2400" dirty="0"/>
          </a:p>
          <a:p>
            <a:pPr marL="0" indent="0" algn="just">
              <a:buNone/>
            </a:pPr>
            <a:r>
              <a:rPr lang="en-US" sz="2400" dirty="0"/>
              <a:t>                                                                                                 </a:t>
            </a:r>
          </a:p>
          <a:p>
            <a:pPr marL="0" indent="0" algn="just">
              <a:buNone/>
            </a:pPr>
            <a:endParaRPr lang="en-US" sz="2400" dirty="0"/>
          </a:p>
          <a:p>
            <a:pPr marL="0" indent="0" algn="just">
              <a:buNone/>
            </a:pPr>
            <a:r>
              <a:rPr lang="en-US" sz="2400" dirty="0"/>
              <a:t>                                                                                 </a:t>
            </a:r>
          </a:p>
        </p:txBody>
      </p:sp>
      <p:sp>
        <p:nvSpPr>
          <p:cNvPr id="4" name="Slide Number Placeholder 3"/>
          <p:cNvSpPr>
            <a:spLocks noGrp="1"/>
          </p:cNvSpPr>
          <p:nvPr>
            <p:ph type="sldNum" sz="quarter" idx="12"/>
          </p:nvPr>
        </p:nvSpPr>
        <p:spPr/>
        <p:txBody>
          <a:bodyPr/>
          <a:lstStyle/>
          <a:p>
            <a:fld id="{05603B96-19A4-4ABF-B819-5478AC45EB21}" type="slidenum">
              <a:rPr lang="en-US" smtClean="0">
                <a:solidFill>
                  <a:prstClr val="black">
                    <a:tint val="75000"/>
                  </a:prstClr>
                </a:solidFill>
              </a:rPr>
              <a:pPr/>
              <a:t>14</a:t>
            </a:fld>
            <a:endParaRPr lang="en-US" dirty="0">
              <a:solidFill>
                <a:prstClr val="black">
                  <a:tint val="75000"/>
                </a:prstClr>
              </a:solidFill>
            </a:endParaRPr>
          </a:p>
        </p:txBody>
      </p:sp>
      <p:sp>
        <p:nvSpPr>
          <p:cNvPr id="3" name="Oval 2"/>
          <p:cNvSpPr/>
          <p:nvPr/>
        </p:nvSpPr>
        <p:spPr>
          <a:xfrm>
            <a:off x="1979640" y="350101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Oval 5"/>
          <p:cNvSpPr/>
          <p:nvPr/>
        </p:nvSpPr>
        <p:spPr>
          <a:xfrm>
            <a:off x="5774665" y="3480245"/>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p:cNvSpPr/>
          <p:nvPr/>
        </p:nvSpPr>
        <p:spPr>
          <a:xfrm>
            <a:off x="1259540" y="431830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p:cNvSpPr/>
          <p:nvPr/>
        </p:nvSpPr>
        <p:spPr>
          <a:xfrm>
            <a:off x="2627730" y="432019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Oval 8"/>
          <p:cNvSpPr/>
          <p:nvPr/>
        </p:nvSpPr>
        <p:spPr>
          <a:xfrm>
            <a:off x="5076070" y="431830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Oval 9"/>
          <p:cNvSpPr/>
          <p:nvPr/>
        </p:nvSpPr>
        <p:spPr>
          <a:xfrm>
            <a:off x="6822630" y="431830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Oval 10"/>
          <p:cNvSpPr/>
          <p:nvPr/>
        </p:nvSpPr>
        <p:spPr>
          <a:xfrm>
            <a:off x="2214875" y="5160336"/>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Oval 11"/>
          <p:cNvSpPr/>
          <p:nvPr/>
        </p:nvSpPr>
        <p:spPr>
          <a:xfrm>
            <a:off x="6372250" y="5078185"/>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Oval 12"/>
          <p:cNvSpPr/>
          <p:nvPr/>
        </p:nvSpPr>
        <p:spPr>
          <a:xfrm>
            <a:off x="683460" y="5078185"/>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Oval 13"/>
          <p:cNvSpPr/>
          <p:nvPr/>
        </p:nvSpPr>
        <p:spPr>
          <a:xfrm>
            <a:off x="4716020" y="508523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p:cNvSpPr/>
          <p:nvPr/>
        </p:nvSpPr>
        <p:spPr>
          <a:xfrm>
            <a:off x="5465007" y="5085230"/>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p:nvPr/>
        </p:nvSpPr>
        <p:spPr>
          <a:xfrm>
            <a:off x="7524410" y="5044351"/>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Oval 16"/>
          <p:cNvSpPr/>
          <p:nvPr/>
        </p:nvSpPr>
        <p:spPr>
          <a:xfrm>
            <a:off x="2848835" y="573332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Oval 17"/>
          <p:cNvSpPr/>
          <p:nvPr/>
        </p:nvSpPr>
        <p:spPr>
          <a:xfrm>
            <a:off x="6930420" y="5792760"/>
            <a:ext cx="216030" cy="2160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p:cNvSpPr/>
          <p:nvPr/>
        </p:nvSpPr>
        <p:spPr>
          <a:xfrm>
            <a:off x="4211950" y="5733320"/>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p:cNvSpPr/>
          <p:nvPr/>
        </p:nvSpPr>
        <p:spPr>
          <a:xfrm>
            <a:off x="5331739" y="5762038"/>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p:cNvSpPr/>
          <p:nvPr/>
        </p:nvSpPr>
        <p:spPr>
          <a:xfrm>
            <a:off x="6105715" y="5762037"/>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p:cNvSpPr/>
          <p:nvPr/>
        </p:nvSpPr>
        <p:spPr>
          <a:xfrm>
            <a:off x="6539560" y="6309400"/>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p:cNvSpPr/>
          <p:nvPr/>
        </p:nvSpPr>
        <p:spPr>
          <a:xfrm>
            <a:off x="7422924" y="6309399"/>
            <a:ext cx="266535" cy="277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5" name="Straight Connector 24"/>
          <p:cNvCxnSpPr>
            <a:stCxn id="3" idx="3"/>
          </p:cNvCxnSpPr>
          <p:nvPr/>
        </p:nvCxnSpPr>
        <p:spPr>
          <a:xfrm flipH="1">
            <a:off x="1367555" y="3685403"/>
            <a:ext cx="643722" cy="632897"/>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a:stCxn id="3" idx="5"/>
            <a:endCxn id="8" idx="0"/>
          </p:cNvCxnSpPr>
          <p:nvPr/>
        </p:nvCxnSpPr>
        <p:spPr>
          <a:xfrm>
            <a:off x="2164033" y="3685403"/>
            <a:ext cx="571712" cy="63478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a:stCxn id="7" idx="3"/>
            <a:endCxn id="13" idx="0"/>
          </p:cNvCxnSpPr>
          <p:nvPr/>
        </p:nvCxnSpPr>
        <p:spPr>
          <a:xfrm flipH="1">
            <a:off x="791475" y="4502693"/>
            <a:ext cx="499702" cy="575492"/>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p:cNvCxnSpPr>
            <a:stCxn id="8" idx="4"/>
            <a:endCxn id="11" idx="0"/>
          </p:cNvCxnSpPr>
          <p:nvPr/>
        </p:nvCxnSpPr>
        <p:spPr>
          <a:xfrm flipH="1">
            <a:off x="2322890" y="4536220"/>
            <a:ext cx="412855" cy="62411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p:cNvCxnSpPr>
            <a:stCxn id="11" idx="5"/>
            <a:endCxn id="17" idx="1"/>
          </p:cNvCxnSpPr>
          <p:nvPr/>
        </p:nvCxnSpPr>
        <p:spPr>
          <a:xfrm>
            <a:off x="2399268" y="5344729"/>
            <a:ext cx="481204" cy="420228"/>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p:cNvCxnSpPr>
            <a:stCxn id="6" idx="4"/>
            <a:endCxn id="9" idx="0"/>
          </p:cNvCxnSpPr>
          <p:nvPr/>
        </p:nvCxnSpPr>
        <p:spPr>
          <a:xfrm flipH="1">
            <a:off x="5184085" y="3696275"/>
            <a:ext cx="698595" cy="622025"/>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a:stCxn id="6" idx="5"/>
            <a:endCxn id="10" idx="1"/>
          </p:cNvCxnSpPr>
          <p:nvPr/>
        </p:nvCxnSpPr>
        <p:spPr>
          <a:xfrm>
            <a:off x="5959058" y="3664638"/>
            <a:ext cx="895209" cy="685299"/>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9" idx="3"/>
            <a:endCxn id="14" idx="1"/>
          </p:cNvCxnSpPr>
          <p:nvPr/>
        </p:nvCxnSpPr>
        <p:spPr>
          <a:xfrm flipH="1">
            <a:off x="4747657" y="4502693"/>
            <a:ext cx="360050" cy="614174"/>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9" idx="5"/>
            <a:endCxn id="15" idx="0"/>
          </p:cNvCxnSpPr>
          <p:nvPr/>
        </p:nvCxnSpPr>
        <p:spPr>
          <a:xfrm>
            <a:off x="5260463" y="4502693"/>
            <a:ext cx="337812" cy="582537"/>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a:stCxn id="10" idx="2"/>
            <a:endCxn id="12" idx="0"/>
          </p:cNvCxnSpPr>
          <p:nvPr/>
        </p:nvCxnSpPr>
        <p:spPr>
          <a:xfrm flipH="1">
            <a:off x="6480265" y="4426315"/>
            <a:ext cx="342365" cy="651870"/>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p:cNvCxnSpPr>
            <a:stCxn id="10" idx="5"/>
            <a:endCxn id="16" idx="0"/>
          </p:cNvCxnSpPr>
          <p:nvPr/>
        </p:nvCxnSpPr>
        <p:spPr>
          <a:xfrm>
            <a:off x="7007023" y="4502693"/>
            <a:ext cx="650655" cy="541658"/>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p:cNvCxnSpPr>
            <a:stCxn id="14" idx="3"/>
            <a:endCxn id="19" idx="0"/>
          </p:cNvCxnSpPr>
          <p:nvPr/>
        </p:nvCxnSpPr>
        <p:spPr>
          <a:xfrm flipH="1">
            <a:off x="4345218" y="5269623"/>
            <a:ext cx="402439" cy="463697"/>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p:cNvCxnSpPr>
            <a:stCxn id="14" idx="5"/>
            <a:endCxn id="20" idx="0"/>
          </p:cNvCxnSpPr>
          <p:nvPr/>
        </p:nvCxnSpPr>
        <p:spPr>
          <a:xfrm>
            <a:off x="4900413" y="5269623"/>
            <a:ext cx="564594" cy="492415"/>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p:cNvCxnSpPr>
            <a:stCxn id="12" idx="3"/>
            <a:endCxn id="21" idx="0"/>
          </p:cNvCxnSpPr>
          <p:nvPr/>
        </p:nvCxnSpPr>
        <p:spPr>
          <a:xfrm flipH="1">
            <a:off x="6238983" y="5262578"/>
            <a:ext cx="164904" cy="499459"/>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p:cNvCxnSpPr>
            <a:stCxn id="12" idx="5"/>
            <a:endCxn id="18" idx="0"/>
          </p:cNvCxnSpPr>
          <p:nvPr/>
        </p:nvCxnSpPr>
        <p:spPr>
          <a:xfrm>
            <a:off x="6556643" y="5262578"/>
            <a:ext cx="481792" cy="530182"/>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p:cNvCxnSpPr>
            <a:stCxn id="18" idx="3"/>
            <a:endCxn id="22" idx="0"/>
          </p:cNvCxnSpPr>
          <p:nvPr/>
        </p:nvCxnSpPr>
        <p:spPr>
          <a:xfrm flipH="1">
            <a:off x="6672828" y="5977153"/>
            <a:ext cx="289229" cy="332247"/>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p:cNvCxnSpPr>
            <a:stCxn id="18" idx="5"/>
            <a:endCxn id="23" idx="0"/>
          </p:cNvCxnSpPr>
          <p:nvPr/>
        </p:nvCxnSpPr>
        <p:spPr>
          <a:xfrm>
            <a:off x="7114813" y="5977153"/>
            <a:ext cx="441379" cy="33224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32976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9440" y="2492870"/>
            <a:ext cx="8229600" cy="1143000"/>
          </a:xfrm>
        </p:spPr>
        <p:txBody>
          <a:bodyPr/>
          <a:lstStyle/>
          <a:p>
            <a:r>
              <a:rPr lang="en-US" b="1" dirty="0">
                <a:effectLst>
                  <a:outerShdw blurRad="38100" dist="38100" dir="2700000" algn="tl">
                    <a:srgbClr val="000000">
                      <a:alpha val="43137"/>
                    </a:srgbClr>
                  </a:outerShdw>
                </a:effectLst>
              </a:rPr>
              <a:t>Thank you……</a:t>
            </a:r>
          </a:p>
        </p:txBody>
      </p:sp>
      <p:sp>
        <p:nvSpPr>
          <p:cNvPr id="4" name="Slide Number Placeholder 3"/>
          <p:cNvSpPr>
            <a:spLocks noGrp="1"/>
          </p:cNvSpPr>
          <p:nvPr>
            <p:ph type="sldNum" sz="quarter" idx="12"/>
          </p:nvPr>
        </p:nvSpPr>
        <p:spPr/>
        <p:txBody>
          <a:bodyPr/>
          <a:lstStyle/>
          <a:p>
            <a:fld id="{9E7E0763-8C84-4A0C-BF22-E8FBB0D34350}" type="slidenum">
              <a:rPr lang="en-US" smtClean="0"/>
              <a:pPr/>
              <a:t>15</a:t>
            </a:fld>
            <a:endParaRPr lang="en-US"/>
          </a:p>
        </p:txBody>
      </p:sp>
    </p:spTree>
    <p:extLst>
      <p:ext uri="{BB962C8B-B14F-4D97-AF65-F5344CB8AC3E}">
        <p14:creationId xmlns:p14="http://schemas.microsoft.com/office/powerpoint/2010/main" val="3034815345"/>
      </p:ext>
    </p:extLst>
  </p:cSld>
  <p:clrMapOvr>
    <a:masterClrMapping/>
  </p:clrMapOvr>
</p:sld>
</file>

<file path=ppt/theme/theme1.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_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5143</TotalTime>
  <Words>265</Words>
  <Application>Microsoft Office PowerPoint</Application>
  <PresentationFormat>On-screen Show (4:3)</PresentationFormat>
  <Paragraphs>68</Paragraphs>
  <Slides>15</Slides>
  <Notes>13</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15</vt:i4>
      </vt:variant>
    </vt:vector>
  </HeadingPairs>
  <TitlesOfParts>
    <vt:vector size="27" baseType="lpstr">
      <vt:lpstr>ＭＳ Ｐゴシック</vt:lpstr>
      <vt:lpstr>Arial</vt:lpstr>
      <vt:lpstr>Calibri</vt:lpstr>
      <vt:lpstr>Georgia</vt:lpstr>
      <vt:lpstr>Times New Roman</vt:lpstr>
      <vt:lpstr>Trebuchet MS</vt:lpstr>
      <vt:lpstr>1_Custom Design</vt:lpstr>
      <vt:lpstr>Custom Design</vt:lpstr>
      <vt:lpstr>Slipstream</vt:lpstr>
      <vt:lpstr>Office Theme</vt:lpstr>
      <vt:lpstr>3_Office Theme</vt:lpstr>
      <vt:lpstr>1_Slipstream</vt:lpstr>
      <vt:lpstr>Data Structures  ICT-1211  Information and Communication Technology</vt:lpstr>
      <vt:lpstr>TREES</vt:lpstr>
      <vt:lpstr>Binary Tree: Expression</vt:lpstr>
      <vt:lpstr>Binary Tree: Properties</vt:lpstr>
      <vt:lpstr>Binary Tree: Properties</vt:lpstr>
      <vt:lpstr>Full Binary Tree</vt:lpstr>
      <vt:lpstr>Full Binary Tree</vt:lpstr>
      <vt:lpstr>Full Binary Tree</vt:lpstr>
      <vt:lpstr>Full Binary Tree</vt:lpstr>
      <vt:lpstr>Complete Binary Tree</vt:lpstr>
      <vt:lpstr>Complete Binary Tree</vt:lpstr>
      <vt:lpstr>Example of Complete Binary Tree</vt:lpstr>
      <vt:lpstr>Extended Binary Trees: 2-Trees</vt:lpstr>
      <vt:lpstr>Extended Binary Trees: 2-Trees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Elizabeth Davis</dc:creator>
  <cp:lastModifiedBy>ICT CHAIRMAN</cp:lastModifiedBy>
  <cp:revision>718</cp:revision>
  <dcterms:created xsi:type="dcterms:W3CDTF">2006-08-30T10:11:05Z</dcterms:created>
  <dcterms:modified xsi:type="dcterms:W3CDTF">2025-09-02T03:00:37Z</dcterms:modified>
</cp:coreProperties>
</file>