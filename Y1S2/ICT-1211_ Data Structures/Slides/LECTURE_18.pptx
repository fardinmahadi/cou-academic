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0"/>
  </p:notesMasterIdLst>
  <p:sldIdLst>
    <p:sldId id="345" r:id="rId4"/>
    <p:sldId id="493" r:id="rId5"/>
    <p:sldId id="439" r:id="rId6"/>
    <p:sldId id="438" r:id="rId7"/>
    <p:sldId id="491" r:id="rId8"/>
    <p:sldId id="49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6" autoAdjust="0"/>
    <p:restoredTop sz="91615" autoAdjust="0"/>
  </p:normalViewPr>
  <p:slideViewPr>
    <p:cSldViewPr snapToGrid="0">
      <p:cViewPr varScale="1">
        <p:scale>
          <a:sx n="67" d="100"/>
          <a:sy n="67" d="100"/>
        </p:scale>
        <p:origin x="-12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8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5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57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3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8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91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71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314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24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748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71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65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817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6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486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081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774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29/10/2024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0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29/10/2024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2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Lecture-18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7275" y="2072235"/>
            <a:ext cx="7500938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Stacks, Queues,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9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-26893"/>
            <a:ext cx="7991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Instant TEST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83" y="804104"/>
            <a:ext cx="89268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 12 ,7 ,3 ,- ,/ ,2 ,1 ,5 ,+ ,* ,+</a:t>
            </a:r>
          </a:p>
          <a:p>
            <a:pPr algn="ctr"/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14308" y="6256388"/>
            <a:ext cx="5996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Result: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25" y="3295037"/>
            <a:ext cx="9063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Equivalent infix expression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00" y="3878313"/>
            <a:ext cx="52007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 = 12, [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sz="3200" dirty="0"/>
              <a:t>], / , 2 ,1, 5, +, *, +</a:t>
            </a:r>
          </a:p>
          <a:p>
            <a:r>
              <a:rPr lang="en-US" sz="3200" dirty="0"/>
              <a:t>   = [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(7-3) </a:t>
            </a:r>
            <a:r>
              <a:rPr lang="en-US" sz="3200" dirty="0"/>
              <a:t>], 2, 1, 5, +, *, +</a:t>
            </a:r>
          </a:p>
          <a:p>
            <a:r>
              <a:rPr lang="en-US" sz="3200" dirty="0"/>
              <a:t>   = [12/(7-3)], 2, [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sz="3200" dirty="0"/>
              <a:t> ], *,  +</a:t>
            </a:r>
          </a:p>
          <a:p>
            <a:r>
              <a:rPr lang="en-US" sz="3200" dirty="0"/>
              <a:t>   = [12/(7-3)], [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*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(1+5) </a:t>
            </a:r>
            <a:r>
              <a:rPr lang="en-US" sz="3200" dirty="0"/>
              <a:t>], +</a:t>
            </a:r>
          </a:p>
          <a:p>
            <a:r>
              <a:rPr lang="en-US" sz="3200" dirty="0"/>
              <a:t>   =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12/(7-3)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2* (1+5)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00" y="1667778"/>
            <a:ext cx="40099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Which Expression?</a:t>
            </a:r>
          </a:p>
          <a:p>
            <a:pPr algn="ctr"/>
            <a:r>
              <a:rPr lang="en-US" sz="3200" b="1" dirty="0">
                <a:solidFill>
                  <a:srgbClr val="00B050"/>
                </a:solidFill>
              </a:rPr>
              <a:t>Postfix</a:t>
            </a:r>
            <a:r>
              <a:rPr lang="en-US" sz="3200" b="1" dirty="0">
                <a:solidFill>
                  <a:srgbClr val="FF0000"/>
                </a:solidFill>
              </a:rPr>
              <a:t> or </a:t>
            </a:r>
            <a:r>
              <a:rPr lang="en-US" sz="3200" b="1" dirty="0">
                <a:solidFill>
                  <a:srgbClr val="00B0F0"/>
                </a:solidFill>
              </a:rPr>
              <a:t>Prefix</a:t>
            </a: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B0F0"/>
                </a:solidFill>
              </a:rPr>
              <a:t>Postfix</a:t>
            </a:r>
          </a:p>
        </p:txBody>
      </p:sp>
    </p:spTree>
    <p:extLst>
      <p:ext uri="{BB962C8B-B14F-4D97-AF65-F5344CB8AC3E}">
        <p14:creationId xmlns:p14="http://schemas.microsoft.com/office/powerpoint/2010/main" val="9287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891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Instant TEST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264997"/>
              </p:ext>
            </p:extLst>
          </p:nvPr>
        </p:nvGraphicFramePr>
        <p:xfrm>
          <a:off x="134911" y="1397000"/>
          <a:ext cx="8812653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8250">
                  <a:extLst>
                    <a:ext uri="{9D8B030D-6E8A-4147-A177-3AD203B41FA5}">
                      <a16:colId xmlns="" xmlns:a16="http://schemas.microsoft.com/office/drawing/2014/main" val="1161408122"/>
                    </a:ext>
                  </a:extLst>
                </a:gridCol>
                <a:gridCol w="3206852">
                  <a:extLst>
                    <a:ext uri="{9D8B030D-6E8A-4147-A177-3AD203B41FA5}">
                      <a16:colId xmlns="" xmlns:a16="http://schemas.microsoft.com/office/drawing/2014/main" val="2861789247"/>
                    </a:ext>
                  </a:extLst>
                </a:gridCol>
                <a:gridCol w="2937551">
                  <a:extLst>
                    <a:ext uri="{9D8B030D-6E8A-4147-A177-3AD203B41FA5}">
                      <a16:colId xmlns="" xmlns:a16="http://schemas.microsoft.com/office/drawing/2014/main" val="2732191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7030A0"/>
                          </a:solidFill>
                        </a:rPr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7030A0"/>
                          </a:solidFill>
                        </a:rPr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7030A0"/>
                          </a:solidFill>
                        </a:rPr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6731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A+B * C+D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9551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29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2343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372429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2964" y="1933731"/>
            <a:ext cx="2533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++A*BCD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450" y="1936231"/>
            <a:ext cx="2533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ABC*+D+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803" y="242787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(A+B) * (C+D)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0507" y="246035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*+AB+CD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975" y="244786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AB*CD+*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803" y="2983576"/>
            <a:ext cx="238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A*B + C*D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5437" y="2956096"/>
            <a:ext cx="238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+*AB*CD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6025" y="2958596"/>
            <a:ext cx="238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AB*CD*+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823" y="350679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A+B+C+D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5493" y="346432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++AB+CD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1093" y="3496806"/>
            <a:ext cx="256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AB+CD++</a:t>
            </a:r>
          </a:p>
        </p:txBody>
      </p:sp>
    </p:spTree>
    <p:extLst>
      <p:ext uri="{BB962C8B-B14F-4D97-AF65-F5344CB8AC3E}">
        <p14:creationId xmlns:p14="http://schemas.microsoft.com/office/powerpoint/2010/main" val="319256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891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Instant TEST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94605"/>
              </p:ext>
            </p:extLst>
          </p:nvPr>
        </p:nvGraphicFramePr>
        <p:xfrm>
          <a:off x="80681" y="1319546"/>
          <a:ext cx="9063318" cy="1189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21106">
                  <a:extLst>
                    <a:ext uri="{9D8B030D-6E8A-4147-A177-3AD203B41FA5}">
                      <a16:colId xmlns="" xmlns:a16="http://schemas.microsoft.com/office/drawing/2014/main" val="3259429242"/>
                    </a:ext>
                  </a:extLst>
                </a:gridCol>
                <a:gridCol w="3021106">
                  <a:extLst>
                    <a:ext uri="{9D8B030D-6E8A-4147-A177-3AD203B41FA5}">
                      <a16:colId xmlns="" xmlns:a16="http://schemas.microsoft.com/office/drawing/2014/main" val="2315669927"/>
                    </a:ext>
                  </a:extLst>
                </a:gridCol>
                <a:gridCol w="3021106">
                  <a:extLst>
                    <a:ext uri="{9D8B030D-6E8A-4147-A177-3AD203B41FA5}">
                      <a16:colId xmlns="" xmlns:a16="http://schemas.microsoft.com/office/drawing/2014/main" val="3255066334"/>
                    </a:ext>
                  </a:extLst>
                </a:gridCol>
              </a:tblGrid>
              <a:tr h="3966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Infix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Prefix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Postfix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8327528"/>
                  </a:ext>
                </a:extLst>
              </a:tr>
              <a:tr h="3966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61644738"/>
                  </a:ext>
                </a:extLst>
              </a:tr>
              <a:tr h="3966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415687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195675" y="1652923"/>
            <a:ext cx="293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-+-1^43*7/^9152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0" y="1627237"/>
            <a:ext cx="3112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1-4^3+7*(9^1/5)-2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9358" y="1652923"/>
            <a:ext cx="293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143^-791^5/*+2-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4429" y="2081222"/>
            <a:ext cx="293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+-+AB**C^DEXY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81" y="2022212"/>
            <a:ext cx="293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A+B-(C*D^E)*X+Y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5864" y="2058124"/>
            <a:ext cx="293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AB+CDE^*X*-Y+</a:t>
            </a:r>
          </a:p>
        </p:txBody>
      </p:sp>
    </p:spTree>
    <p:extLst>
      <p:ext uri="{BB962C8B-B14F-4D97-AF65-F5344CB8AC3E}">
        <p14:creationId xmlns:p14="http://schemas.microsoft.com/office/powerpoint/2010/main" val="316532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3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7759</TotalTime>
  <Words>201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Office Theme</vt:lpstr>
      <vt:lpstr>Slipstream</vt:lpstr>
      <vt:lpstr>3_Office Theme</vt:lpstr>
      <vt:lpstr>Data Structures  ICT-1211  Information and Communication Technology</vt:lpstr>
      <vt:lpstr> Stacks, Queues, Recursion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AION</cp:lastModifiedBy>
  <cp:revision>468</cp:revision>
  <dcterms:created xsi:type="dcterms:W3CDTF">2016-12-28T08:52:04Z</dcterms:created>
  <dcterms:modified xsi:type="dcterms:W3CDTF">2024-10-29T03:04:51Z</dcterms:modified>
</cp:coreProperties>
</file>