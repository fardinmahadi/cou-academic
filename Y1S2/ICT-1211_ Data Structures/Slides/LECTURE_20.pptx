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4" r:id="rId3"/>
  </p:sldMasterIdLst>
  <p:notesMasterIdLst>
    <p:notesMasterId r:id="rId24"/>
  </p:notesMasterIdLst>
  <p:sldIdLst>
    <p:sldId id="345" r:id="rId4"/>
    <p:sldId id="493" r:id="rId5"/>
    <p:sldId id="447" r:id="rId6"/>
    <p:sldId id="448" r:id="rId7"/>
    <p:sldId id="449" r:id="rId8"/>
    <p:sldId id="450" r:id="rId9"/>
    <p:sldId id="451" r:id="rId10"/>
    <p:sldId id="452" r:id="rId11"/>
    <p:sldId id="453" r:id="rId12"/>
    <p:sldId id="454" r:id="rId13"/>
    <p:sldId id="455" r:id="rId14"/>
    <p:sldId id="456" r:id="rId15"/>
    <p:sldId id="457" r:id="rId16"/>
    <p:sldId id="459" r:id="rId17"/>
    <p:sldId id="460" r:id="rId18"/>
    <p:sldId id="458" r:id="rId19"/>
    <p:sldId id="461" r:id="rId20"/>
    <p:sldId id="462" r:id="rId21"/>
    <p:sldId id="463" r:id="rId22"/>
    <p:sldId id="494"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446" autoAdjust="0"/>
    <p:restoredTop sz="91615" autoAdjust="0"/>
  </p:normalViewPr>
  <p:slideViewPr>
    <p:cSldViewPr snapToGrid="0">
      <p:cViewPr varScale="1">
        <p:scale>
          <a:sx n="67" d="100"/>
          <a:sy n="67" d="100"/>
        </p:scale>
        <p:origin x="-1242" y="-1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C8D40F-337E-475A-B8D0-2FD58C6D0387}" type="datetimeFigureOut">
              <a:rPr lang="en-US" smtClean="0"/>
              <a:t>9/29/2024</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09FA0E-C547-4E4D-80AD-FEB8A6571DF3}" type="slidenum">
              <a:rPr lang="en-US" smtClean="0"/>
              <a:t>‹#›</a:t>
            </a:fld>
            <a:endParaRPr lang="en-US" dirty="0"/>
          </a:p>
        </p:txBody>
      </p:sp>
    </p:spTree>
    <p:extLst>
      <p:ext uri="{BB962C8B-B14F-4D97-AF65-F5344CB8AC3E}">
        <p14:creationId xmlns:p14="http://schemas.microsoft.com/office/powerpoint/2010/main" val="13057855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preceding section gave examples of some recursive definition and procedures.</a:t>
            </a:r>
            <a:r>
              <a:rPr lang="en-US" baseline="0" dirty="0"/>
              <a:t>  Recursion may be used as a tool in developing an algorithm to solve a particular problem. The problem we pick is known as Tower of Hanoi problem.</a:t>
            </a:r>
            <a:endParaRPr lang="en-US" dirty="0"/>
          </a:p>
        </p:txBody>
      </p:sp>
      <p:sp>
        <p:nvSpPr>
          <p:cNvPr id="4" name="Slide Number Placeholder 3"/>
          <p:cNvSpPr>
            <a:spLocks noGrp="1"/>
          </p:cNvSpPr>
          <p:nvPr>
            <p:ph type="sldNum" sz="quarter" idx="10"/>
          </p:nvPr>
        </p:nvSpPr>
        <p:spPr/>
        <p:txBody>
          <a:bodyPr/>
          <a:lstStyle/>
          <a:p>
            <a:fld id="{7009FA0E-C547-4E4D-80AD-FEB8A6571DF3}" type="slidenum">
              <a:rPr lang="en-US" smtClean="0"/>
              <a:t>16</a:t>
            </a:fld>
            <a:endParaRPr lang="en-US"/>
          </a:p>
        </p:txBody>
      </p:sp>
    </p:spTree>
    <p:extLst>
      <p:ext uri="{BB962C8B-B14F-4D97-AF65-F5344CB8AC3E}">
        <p14:creationId xmlns:p14="http://schemas.microsoft.com/office/powerpoint/2010/main" val="18419383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preceding section gave examples of some recursive definition and procedures.</a:t>
            </a:r>
            <a:r>
              <a:rPr lang="en-US" baseline="0" dirty="0"/>
              <a:t>  Recursion may be used as a tool in developing an algorithm to solve a particular problem. The problem we pick is known as Tower of </a:t>
            </a:r>
            <a:r>
              <a:rPr lang="en-US" baseline="0"/>
              <a:t>Hanoi problem.</a:t>
            </a:r>
            <a:endParaRPr lang="en-US"/>
          </a:p>
        </p:txBody>
      </p:sp>
      <p:sp>
        <p:nvSpPr>
          <p:cNvPr id="4" name="Slide Number Placeholder 3"/>
          <p:cNvSpPr>
            <a:spLocks noGrp="1"/>
          </p:cNvSpPr>
          <p:nvPr>
            <p:ph type="sldNum" sz="quarter" idx="10"/>
          </p:nvPr>
        </p:nvSpPr>
        <p:spPr/>
        <p:txBody>
          <a:bodyPr/>
          <a:lstStyle/>
          <a:p>
            <a:fld id="{7009FA0E-C547-4E4D-80AD-FEB8A6571DF3}" type="slidenum">
              <a:rPr lang="en-US" smtClean="0"/>
              <a:t>17</a:t>
            </a:fld>
            <a:endParaRPr lang="en-US"/>
          </a:p>
        </p:txBody>
      </p:sp>
    </p:spTree>
    <p:extLst>
      <p:ext uri="{BB962C8B-B14F-4D97-AF65-F5344CB8AC3E}">
        <p14:creationId xmlns:p14="http://schemas.microsoft.com/office/powerpoint/2010/main" val="17373740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preceding section gave examples of some recursive definition and procedures.</a:t>
            </a:r>
            <a:r>
              <a:rPr lang="en-US" baseline="0" dirty="0"/>
              <a:t>  Recursion may be used as a tool in developing an algorithm to solve a particular problem. The problem we pick is known as Tower of </a:t>
            </a:r>
            <a:r>
              <a:rPr lang="en-US" baseline="0"/>
              <a:t>Hanoi problem.</a:t>
            </a:r>
            <a:endParaRPr lang="en-US"/>
          </a:p>
        </p:txBody>
      </p:sp>
      <p:sp>
        <p:nvSpPr>
          <p:cNvPr id="4" name="Slide Number Placeholder 3"/>
          <p:cNvSpPr>
            <a:spLocks noGrp="1"/>
          </p:cNvSpPr>
          <p:nvPr>
            <p:ph type="sldNum" sz="quarter" idx="10"/>
          </p:nvPr>
        </p:nvSpPr>
        <p:spPr/>
        <p:txBody>
          <a:bodyPr/>
          <a:lstStyle/>
          <a:p>
            <a:fld id="{7009FA0E-C547-4E4D-80AD-FEB8A6571DF3}" type="slidenum">
              <a:rPr lang="en-US" smtClean="0"/>
              <a:t>18</a:t>
            </a:fld>
            <a:endParaRPr lang="en-US"/>
          </a:p>
        </p:txBody>
      </p:sp>
    </p:spTree>
    <p:extLst>
      <p:ext uri="{BB962C8B-B14F-4D97-AF65-F5344CB8AC3E}">
        <p14:creationId xmlns:p14="http://schemas.microsoft.com/office/powerpoint/2010/main" val="10029578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preceding section gave examples of some recursive definition and procedures.</a:t>
            </a:r>
            <a:r>
              <a:rPr lang="en-US" baseline="0" dirty="0"/>
              <a:t>  Recursion may be used as a tool in developing an algorithm to solve a particular problem. The problem we pick is known as Tower of </a:t>
            </a:r>
            <a:r>
              <a:rPr lang="en-US" baseline="0"/>
              <a:t>Hanoi problem.</a:t>
            </a:r>
            <a:endParaRPr lang="en-US"/>
          </a:p>
        </p:txBody>
      </p:sp>
      <p:sp>
        <p:nvSpPr>
          <p:cNvPr id="4" name="Slide Number Placeholder 3"/>
          <p:cNvSpPr>
            <a:spLocks noGrp="1"/>
          </p:cNvSpPr>
          <p:nvPr>
            <p:ph type="sldNum" sz="quarter" idx="10"/>
          </p:nvPr>
        </p:nvSpPr>
        <p:spPr/>
        <p:txBody>
          <a:bodyPr/>
          <a:lstStyle/>
          <a:p>
            <a:fld id="{7009FA0E-C547-4E4D-80AD-FEB8A6571DF3}" type="slidenum">
              <a:rPr lang="en-US" smtClean="0"/>
              <a:t>19</a:t>
            </a:fld>
            <a:endParaRPr lang="en-US"/>
          </a:p>
        </p:txBody>
      </p:sp>
    </p:spTree>
    <p:extLst>
      <p:ext uri="{BB962C8B-B14F-4D97-AF65-F5344CB8AC3E}">
        <p14:creationId xmlns:p14="http://schemas.microsoft.com/office/powerpoint/2010/main" val="3764848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FC30268-8CD4-504F-ABA5-1C9CCA49C623}" type="datetime1">
              <a:rPr lang="en-US" smtClean="0"/>
              <a:t>9/29/2024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FBC1585-C671-4F90-AA0D-FD45AA239D02}" type="slidenum">
              <a:rPr lang="en-US" smtClean="0"/>
              <a:t>‹#›</a:t>
            </a:fld>
            <a:endParaRPr lang="en-US" dirty="0"/>
          </a:p>
        </p:txBody>
      </p:sp>
    </p:spTree>
    <p:extLst>
      <p:ext uri="{BB962C8B-B14F-4D97-AF65-F5344CB8AC3E}">
        <p14:creationId xmlns:p14="http://schemas.microsoft.com/office/powerpoint/2010/main" val="8996615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CC1D01-1B9F-7C40-813B-513D0EDB4DAD}" type="datetime1">
              <a:rPr lang="en-US" smtClean="0"/>
              <a:t>9/29/2024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FBC1585-C671-4F90-AA0D-FD45AA239D02}" type="slidenum">
              <a:rPr lang="en-US" smtClean="0"/>
              <a:t>‹#›</a:t>
            </a:fld>
            <a:endParaRPr lang="en-US" dirty="0"/>
          </a:p>
        </p:txBody>
      </p:sp>
    </p:spTree>
    <p:extLst>
      <p:ext uri="{BB962C8B-B14F-4D97-AF65-F5344CB8AC3E}">
        <p14:creationId xmlns:p14="http://schemas.microsoft.com/office/powerpoint/2010/main" val="2306692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38B0D1A-2EA3-3343-AAB9-1846DE5CAD5F}" type="datetime1">
              <a:rPr lang="en-US" smtClean="0"/>
              <a:t>9/29/2024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FBC1585-C671-4F90-AA0D-FD45AA239D02}" type="slidenum">
              <a:rPr lang="en-US" smtClean="0"/>
              <a:t>‹#›</a:t>
            </a:fld>
            <a:endParaRPr lang="en-US" dirty="0"/>
          </a:p>
        </p:txBody>
      </p:sp>
    </p:spTree>
    <p:extLst>
      <p:ext uri="{BB962C8B-B14F-4D97-AF65-F5344CB8AC3E}">
        <p14:creationId xmlns:p14="http://schemas.microsoft.com/office/powerpoint/2010/main" val="1880247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94741DD-39D0-5B4D-9046-B63EFFC59727}" type="datetime1">
              <a:rPr lang="en-US" smtClean="0"/>
              <a:t>9/29/2024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FBC1585-C671-4F90-AA0D-FD45AA239D02}" type="slidenum">
              <a:rPr lang="en-US" smtClean="0"/>
              <a:t>‹#›</a:t>
            </a:fld>
            <a:endParaRPr lang="en-US" dirty="0"/>
          </a:p>
        </p:txBody>
      </p:sp>
    </p:spTree>
    <p:extLst>
      <p:ext uri="{BB962C8B-B14F-4D97-AF65-F5344CB8AC3E}">
        <p14:creationId xmlns:p14="http://schemas.microsoft.com/office/powerpoint/2010/main" val="3722627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DF1697D-3C77-404E-BF10-67BDD1040D45}" type="datetime1">
              <a:rPr lang="en-US" smtClean="0"/>
              <a:t>9/29/2024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1FBC1585-C671-4F90-AA0D-FD45AA239D02}" type="slidenum">
              <a:rPr lang="en-US" smtClean="0"/>
              <a:t>‹#›</a:t>
            </a:fld>
            <a:endParaRPr lang="en-US" dirty="0"/>
          </a:p>
        </p:txBody>
      </p:sp>
    </p:spTree>
    <p:extLst>
      <p:ext uri="{BB962C8B-B14F-4D97-AF65-F5344CB8AC3E}">
        <p14:creationId xmlns:p14="http://schemas.microsoft.com/office/powerpoint/2010/main" val="263808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8F69DE7-D140-8942-81CE-278DE9DEC074}" type="datetime1">
              <a:rPr lang="en-US" smtClean="0"/>
              <a:t>9/29/2024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1FBC1585-C671-4F90-AA0D-FD45AA239D02}" type="slidenum">
              <a:rPr lang="en-US" smtClean="0"/>
              <a:t>‹#›</a:t>
            </a:fld>
            <a:endParaRPr lang="en-US" dirty="0"/>
          </a:p>
        </p:txBody>
      </p:sp>
    </p:spTree>
    <p:extLst>
      <p:ext uri="{BB962C8B-B14F-4D97-AF65-F5344CB8AC3E}">
        <p14:creationId xmlns:p14="http://schemas.microsoft.com/office/powerpoint/2010/main" val="37472936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FC0E96-8730-7547-8D85-86E2E04695A6}" type="datetime1">
              <a:rPr lang="en-US" smtClean="0"/>
              <a:t>9/29/2024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1FBC1585-C671-4F90-AA0D-FD45AA239D02}" type="slidenum">
              <a:rPr lang="en-US" smtClean="0"/>
              <a:t>‹#›</a:t>
            </a:fld>
            <a:endParaRPr lang="en-US" dirty="0"/>
          </a:p>
        </p:txBody>
      </p:sp>
    </p:spTree>
    <p:extLst>
      <p:ext uri="{BB962C8B-B14F-4D97-AF65-F5344CB8AC3E}">
        <p14:creationId xmlns:p14="http://schemas.microsoft.com/office/powerpoint/2010/main" val="3559528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3CEC598-C370-B048-9E1F-CBD36421979E}" type="datetime1">
              <a:rPr lang="en-US" smtClean="0"/>
              <a:t>9/29/2024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FBC1585-C671-4F90-AA0D-FD45AA239D02}" type="slidenum">
              <a:rPr lang="en-US" smtClean="0"/>
              <a:t>‹#›</a:t>
            </a:fld>
            <a:endParaRPr lang="en-US" dirty="0"/>
          </a:p>
        </p:txBody>
      </p:sp>
    </p:spTree>
    <p:extLst>
      <p:ext uri="{BB962C8B-B14F-4D97-AF65-F5344CB8AC3E}">
        <p14:creationId xmlns:p14="http://schemas.microsoft.com/office/powerpoint/2010/main" val="2701404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8176CB3-5715-E34A-A7C1-F5A05382CE93}" type="datetime1">
              <a:rPr lang="en-US" smtClean="0"/>
              <a:t>9/29/2024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FBC1585-C671-4F90-AA0D-FD45AA239D02}" type="slidenum">
              <a:rPr lang="en-US" smtClean="0"/>
              <a:t>‹#›</a:t>
            </a:fld>
            <a:endParaRPr lang="en-US" dirty="0"/>
          </a:p>
        </p:txBody>
      </p:sp>
    </p:spTree>
    <p:extLst>
      <p:ext uri="{BB962C8B-B14F-4D97-AF65-F5344CB8AC3E}">
        <p14:creationId xmlns:p14="http://schemas.microsoft.com/office/powerpoint/2010/main" val="29109474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0B2211-647A-3D45-8976-B84E1F718B75}" type="datetime1">
              <a:rPr lang="en-US" smtClean="0"/>
              <a:t>9/29/2024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FBC1585-C671-4F90-AA0D-FD45AA239D02}" type="slidenum">
              <a:rPr lang="en-US" smtClean="0"/>
              <a:t>‹#›</a:t>
            </a:fld>
            <a:endParaRPr lang="en-US" dirty="0"/>
          </a:p>
        </p:txBody>
      </p:sp>
    </p:spTree>
    <p:extLst>
      <p:ext uri="{BB962C8B-B14F-4D97-AF65-F5344CB8AC3E}">
        <p14:creationId xmlns:p14="http://schemas.microsoft.com/office/powerpoint/2010/main" val="2628523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864B15-D269-024B-997D-E9A8A37476E1}" type="datetime1">
              <a:rPr lang="en-US" smtClean="0"/>
              <a:t>9/29/2024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FBC1585-C671-4F90-AA0D-FD45AA239D02}" type="slidenum">
              <a:rPr lang="en-US" smtClean="0"/>
              <a:t>‹#›</a:t>
            </a:fld>
            <a:endParaRPr lang="en-US" dirty="0"/>
          </a:p>
        </p:txBody>
      </p:sp>
    </p:spTree>
    <p:extLst>
      <p:ext uri="{BB962C8B-B14F-4D97-AF65-F5344CB8AC3E}">
        <p14:creationId xmlns:p14="http://schemas.microsoft.com/office/powerpoint/2010/main" val="21655436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a:xfrm>
            <a:off x="0" y="3866920"/>
            <a:ext cx="9144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5" name="Rectangle 4"/>
          <p:cNvSpPr/>
          <p:nvPr/>
        </p:nvSpPr>
        <p:spPr>
          <a:xfrm>
            <a:off x="0" y="0"/>
            <a:ext cx="9144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dirty="0">
              <a:solidFill>
                <a:prstClr val="white"/>
              </a:solidFill>
            </a:endParaRPr>
          </a:p>
        </p:txBody>
      </p:sp>
      <p:sp>
        <p:nvSpPr>
          <p:cNvPr id="6" name="Rectangle 5"/>
          <p:cNvSpPr/>
          <p:nvPr/>
        </p:nvSpPr>
        <p:spPr>
          <a:xfrm>
            <a:off x="0" y="2652713"/>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7" name="Oval 6"/>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3" name="Subtitle 2"/>
          <p:cNvSpPr>
            <a:spLocks noGrp="1"/>
          </p:cNvSpPr>
          <p:nvPr>
            <p:ph type="subTitle" idx="1"/>
          </p:nvPr>
        </p:nvSpPr>
        <p:spPr>
          <a:xfrm>
            <a:off x="1473795" y="5052545"/>
            <a:ext cx="5637010"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2" name="Title 1"/>
          <p:cNvSpPr>
            <a:spLocks noGrp="1"/>
          </p:cNvSpPr>
          <p:nvPr>
            <p:ph type="ctrTitle"/>
          </p:nvPr>
        </p:nvSpPr>
        <p:spPr>
          <a:xfrm>
            <a:off x="817581" y="3132290"/>
            <a:ext cx="7175351" cy="1793167"/>
          </a:xfrm>
          <a:effectLst/>
        </p:spPr>
        <p:txBody>
          <a:bodyPr/>
          <a:lstStyle>
            <a:lvl1pPr marL="640080" indent="-457200" algn="l">
              <a:defRPr sz="5400"/>
            </a:lvl1pPr>
          </a:lstStyle>
          <a:p>
            <a:r>
              <a:rPr lang="en-US"/>
              <a:t>Click to edit Master title style</a:t>
            </a:r>
            <a:endParaRPr lang="en-US" dirty="0"/>
          </a:p>
        </p:txBody>
      </p:sp>
      <p:sp>
        <p:nvSpPr>
          <p:cNvPr id="8" name="Date Placeholder 3"/>
          <p:cNvSpPr>
            <a:spLocks noGrp="1"/>
          </p:cNvSpPr>
          <p:nvPr>
            <p:ph type="dt" sz="half" idx="10"/>
          </p:nvPr>
        </p:nvSpPr>
        <p:spPr/>
        <p:txBody>
          <a:bodyPr/>
          <a:lstStyle>
            <a:lvl1pPr>
              <a:defRPr/>
            </a:lvl1pPr>
          </a:lstStyle>
          <a:p>
            <a:pPr>
              <a:defRPr/>
            </a:pPr>
            <a:endParaRPr lang="en-US">
              <a:solidFill>
                <a:prstClr val="black">
                  <a:lumMod val="50000"/>
                  <a:lumOff val="50000"/>
                </a:prstClr>
              </a:solidFill>
            </a:endParaRPr>
          </a:p>
        </p:txBody>
      </p:sp>
      <p:sp>
        <p:nvSpPr>
          <p:cNvPr id="9" name="Footer Placeholder 4"/>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10" name="Slide Number Placeholder 5"/>
          <p:cNvSpPr>
            <a:spLocks noGrp="1"/>
          </p:cNvSpPr>
          <p:nvPr>
            <p:ph type="sldNum" sz="quarter" idx="12"/>
          </p:nvPr>
        </p:nvSpPr>
        <p:spPr/>
        <p:txBody>
          <a:bodyPr/>
          <a:lstStyle>
            <a:lvl1pPr>
              <a:defRPr/>
            </a:lvl1pPr>
          </a:lstStyle>
          <a:p>
            <a:pPr>
              <a:defRPr/>
            </a:pPr>
            <a:fld id="{B1D62340-A1EA-4CE0-A397-B868A3BF73D1}"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10965817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10" name="Content Placeholder 9"/>
          <p:cNvSpPr>
            <a:spLocks noGrp="1"/>
          </p:cNvSpPr>
          <p:nvPr>
            <p:ph sz="quarter" idx="13"/>
          </p:nvPr>
        </p:nvSpPr>
        <p:spPr>
          <a:xfrm>
            <a:off x="1143000" y="731520"/>
            <a:ext cx="6400800"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4"/>
          </p:nvPr>
        </p:nvSpPr>
        <p:spPr/>
        <p:txBody>
          <a:bodyPr/>
          <a:lstStyle>
            <a:lvl1pPr>
              <a:defRPr/>
            </a:lvl1pPr>
          </a:lstStyle>
          <a:p>
            <a:pPr>
              <a:defRPr/>
            </a:pPr>
            <a:endParaRPr lang="en-US" dirty="0">
              <a:solidFill>
                <a:prstClr val="black">
                  <a:lumMod val="50000"/>
                  <a:lumOff val="50000"/>
                </a:prstClr>
              </a:solidFill>
            </a:endParaRPr>
          </a:p>
        </p:txBody>
      </p:sp>
      <p:sp>
        <p:nvSpPr>
          <p:cNvPr id="5" name="Footer Placeholder 4"/>
          <p:cNvSpPr>
            <a:spLocks noGrp="1"/>
          </p:cNvSpPr>
          <p:nvPr>
            <p:ph type="ftr" sz="quarter" idx="15"/>
          </p:nvPr>
        </p:nvSpPr>
        <p:spPr/>
        <p:txBody>
          <a:bodyPr/>
          <a:lstStyle>
            <a:lvl1pPr>
              <a:defRPr/>
            </a:lvl1pPr>
          </a:lstStyle>
          <a:p>
            <a:pPr>
              <a:defRPr/>
            </a:pPr>
            <a:endParaRPr lang="en-US">
              <a:solidFill>
                <a:prstClr val="black">
                  <a:lumMod val="50000"/>
                  <a:lumOff val="50000"/>
                </a:prstClr>
              </a:solidFill>
            </a:endParaRPr>
          </a:p>
        </p:txBody>
      </p:sp>
      <p:sp>
        <p:nvSpPr>
          <p:cNvPr id="6" name="Slide Number Placeholder 5"/>
          <p:cNvSpPr>
            <a:spLocks noGrp="1"/>
          </p:cNvSpPr>
          <p:nvPr>
            <p:ph type="sldNum" sz="quarter" idx="16"/>
          </p:nvPr>
        </p:nvSpPr>
        <p:spPr/>
        <p:txBody>
          <a:bodyPr/>
          <a:lstStyle>
            <a:lvl1pPr>
              <a:defRPr/>
            </a:lvl1pPr>
          </a:lstStyle>
          <a:p>
            <a:pPr>
              <a:defRPr/>
            </a:pPr>
            <a:fld id="{4315956A-8026-4861-99E0-6ECDFB0AE949}"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13214507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3"/>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5" name="Rectangle 4"/>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dirty="0">
              <a:solidFill>
                <a:prstClr val="white"/>
              </a:solidFill>
            </a:endParaRPr>
          </a:p>
        </p:txBody>
      </p:sp>
      <p:sp>
        <p:nvSpPr>
          <p:cNvPr id="6" name="Rectangle 5"/>
          <p:cNvSpPr/>
          <p:nvPr/>
        </p:nvSpPr>
        <p:spPr>
          <a:xfrm>
            <a:off x="0" y="2652713"/>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7" name="Oval 6"/>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2" name="Title 1"/>
          <p:cNvSpPr>
            <a:spLocks noGrp="1"/>
          </p:cNvSpPr>
          <p:nvPr>
            <p:ph type="title"/>
          </p:nvPr>
        </p:nvSpPr>
        <p:spPr>
          <a:xfrm>
            <a:off x="2033195" y="2172648"/>
            <a:ext cx="5966666" cy="2423346"/>
          </a:xfrm>
          <a:effectLst/>
        </p:spPr>
        <p:txBody>
          <a:bodyPr anchor="b"/>
          <a:lstStyle>
            <a:lvl1pPr algn="r">
              <a:defRPr sz="4600" b="1" cap="none" baseline="0"/>
            </a:lvl1pPr>
          </a:lstStyle>
          <a:p>
            <a:r>
              <a:rPr lang="en-US"/>
              <a:t>Click to edit Master title style</a:t>
            </a:r>
            <a:endParaRPr lang="en-US" dirty="0"/>
          </a:p>
        </p:txBody>
      </p:sp>
      <p:sp>
        <p:nvSpPr>
          <p:cNvPr id="3" name="Text Placeholder 2"/>
          <p:cNvSpPr>
            <a:spLocks noGrp="1"/>
          </p:cNvSpPr>
          <p:nvPr>
            <p:ph type="body" idx="1"/>
          </p:nvPr>
        </p:nvSpPr>
        <p:spPr>
          <a:xfrm>
            <a:off x="2022438" y="4607511"/>
            <a:ext cx="5970494" cy="835460"/>
          </a:xfrm>
        </p:spPr>
        <p:txBody>
          <a:bodyPr/>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8" name="Date Placeholder 3"/>
          <p:cNvSpPr>
            <a:spLocks noGrp="1"/>
          </p:cNvSpPr>
          <p:nvPr>
            <p:ph type="dt" sz="half" idx="10"/>
          </p:nvPr>
        </p:nvSpPr>
        <p:spPr/>
        <p:txBody>
          <a:bodyPr/>
          <a:lstStyle>
            <a:lvl1pPr>
              <a:defRPr/>
            </a:lvl1pPr>
          </a:lstStyle>
          <a:p>
            <a:pPr>
              <a:defRPr/>
            </a:pPr>
            <a:endParaRPr lang="en-US">
              <a:solidFill>
                <a:prstClr val="black">
                  <a:lumMod val="50000"/>
                  <a:lumOff val="50000"/>
                </a:prstClr>
              </a:solidFill>
            </a:endParaRPr>
          </a:p>
        </p:txBody>
      </p:sp>
      <p:sp>
        <p:nvSpPr>
          <p:cNvPr id="9" name="Footer Placeholder 4"/>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10" name="Slide Number Placeholder 5"/>
          <p:cNvSpPr>
            <a:spLocks noGrp="1"/>
          </p:cNvSpPr>
          <p:nvPr>
            <p:ph type="sldNum" sz="quarter" idx="12"/>
          </p:nvPr>
        </p:nvSpPr>
        <p:spPr/>
        <p:txBody>
          <a:bodyPr/>
          <a:lstStyle>
            <a:lvl1pPr>
              <a:defRPr/>
            </a:lvl1pPr>
          </a:lstStyle>
          <a:p>
            <a:pPr>
              <a:defRPr/>
            </a:pPr>
            <a:fld id="{E1615CA4-E6C8-4CEA-B956-D910F5B7540A}"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26091150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3"/>
          </p:nvPr>
        </p:nvSpPr>
        <p:spPr>
          <a:xfrm>
            <a:off x="1142999" y="731519"/>
            <a:ext cx="3346704"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4645152" y="731520"/>
            <a:ext cx="3346704"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5"/>
          </p:nvPr>
        </p:nvSpPr>
        <p:spPr/>
        <p:txBody>
          <a:bodyPr/>
          <a:lstStyle>
            <a:lvl1pPr>
              <a:defRPr/>
            </a:lvl1pPr>
          </a:lstStyle>
          <a:p>
            <a:pPr>
              <a:defRPr/>
            </a:pPr>
            <a:endParaRPr lang="en-US" dirty="0">
              <a:solidFill>
                <a:prstClr val="black">
                  <a:lumMod val="50000"/>
                  <a:lumOff val="50000"/>
                </a:prstClr>
              </a:solidFill>
            </a:endParaRPr>
          </a:p>
        </p:txBody>
      </p:sp>
      <p:sp>
        <p:nvSpPr>
          <p:cNvPr id="6" name="Footer Placeholder 4"/>
          <p:cNvSpPr>
            <a:spLocks noGrp="1"/>
          </p:cNvSpPr>
          <p:nvPr>
            <p:ph type="ftr" sz="quarter" idx="16"/>
          </p:nvPr>
        </p:nvSpPr>
        <p:spPr/>
        <p:txBody>
          <a:bodyPr/>
          <a:lstStyle>
            <a:lvl1pPr>
              <a:defRPr/>
            </a:lvl1pPr>
          </a:lstStyle>
          <a:p>
            <a:pPr>
              <a:defRPr/>
            </a:pPr>
            <a:endParaRPr lang="en-US">
              <a:solidFill>
                <a:prstClr val="black">
                  <a:lumMod val="50000"/>
                  <a:lumOff val="50000"/>
                </a:prstClr>
              </a:solidFill>
            </a:endParaRPr>
          </a:p>
        </p:txBody>
      </p:sp>
      <p:sp>
        <p:nvSpPr>
          <p:cNvPr id="7" name="Slide Number Placeholder 5"/>
          <p:cNvSpPr>
            <a:spLocks noGrp="1"/>
          </p:cNvSpPr>
          <p:nvPr>
            <p:ph type="sldNum" sz="quarter" idx="17"/>
          </p:nvPr>
        </p:nvSpPr>
        <p:spPr/>
        <p:txBody>
          <a:bodyPr/>
          <a:lstStyle>
            <a:lvl1pPr>
              <a:defRPr/>
            </a:lvl1pPr>
          </a:lstStyle>
          <a:p>
            <a:pPr>
              <a:defRPr/>
            </a:pPr>
            <a:fld id="{16D07151-5D65-4A99-9B3C-1AD90A0CDB34}"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22367529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43000"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6447" y="1400327"/>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7302"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399032"/>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
        <p:nvSpPr>
          <p:cNvPr id="7" name="Date Placeholder 3"/>
          <p:cNvSpPr>
            <a:spLocks noGrp="1"/>
          </p:cNvSpPr>
          <p:nvPr>
            <p:ph type="dt" sz="half" idx="10"/>
          </p:nvPr>
        </p:nvSpPr>
        <p:spPr/>
        <p:txBody>
          <a:bodyPr/>
          <a:lstStyle>
            <a:lvl1pPr>
              <a:defRPr/>
            </a:lvl1pPr>
          </a:lstStyle>
          <a:p>
            <a:pPr>
              <a:defRPr/>
            </a:pPr>
            <a:endParaRPr lang="en-US" dirty="0">
              <a:solidFill>
                <a:prstClr val="black">
                  <a:lumMod val="50000"/>
                  <a:lumOff val="50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20ABB722-728E-4B59-9298-3538DCF90145}"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34733764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endParaRPr lang="en-US" dirty="0">
              <a:solidFill>
                <a:prstClr val="black">
                  <a:lumMod val="50000"/>
                  <a:lumOff val="50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E36ED25E-DD21-4264-AC1E-16FAB2C1A6BB}"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6408570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solidFill>
                <a:prstClr val="black">
                  <a:lumMod val="50000"/>
                  <a:lumOff val="50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D2BD25C1-455A-42F6-A97C-28ADF134F6B9}"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21836324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095" y="2209800"/>
            <a:ext cx="3636085" cy="1258493"/>
          </a:xfrm>
          <a:effectLst/>
        </p:spPr>
        <p:txBody>
          <a:bodyPr anchor="b"/>
          <a:lstStyle>
            <a:lvl1pPr marL="228600" indent="-228600" algn="l">
              <a:defRPr sz="2800" b="1">
                <a:effectLst/>
              </a:defRPr>
            </a:lvl1pPr>
          </a:lstStyle>
          <a:p>
            <a:r>
              <a:rPr lang="en-US"/>
              <a:t>Click to edit Master title style</a:t>
            </a:r>
            <a:endParaRPr lang="en-US" dirty="0"/>
          </a:p>
        </p:txBody>
      </p:sp>
      <p:sp>
        <p:nvSpPr>
          <p:cNvPr id="3" name="Content Placeholder 2"/>
          <p:cNvSpPr>
            <a:spLocks noGrp="1"/>
          </p:cNvSpPr>
          <p:nvPr>
            <p:ph idx="1"/>
          </p:nvPr>
        </p:nvSpPr>
        <p:spPr>
          <a:xfrm>
            <a:off x="4593515" y="731520"/>
            <a:ext cx="4017085"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5765" y="3497802"/>
            <a:ext cx="3388660"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solidFill>
                <a:prstClr val="black">
                  <a:lumMod val="50000"/>
                  <a:lumOff val="50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B83FE1C5-B386-4F39-9C53-595BBFCF3FBA}"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1127222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6" name="Rectangle 5"/>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dirty="0">
              <a:solidFill>
                <a:prstClr val="white"/>
              </a:solidFill>
            </a:endParaRPr>
          </a:p>
        </p:txBody>
      </p:sp>
      <p:sp>
        <p:nvSpPr>
          <p:cNvPr id="7" name="Rectangle 6"/>
          <p:cNvSpPr/>
          <p:nvPr/>
        </p:nvSpPr>
        <p:spPr>
          <a:xfrm>
            <a:off x="0" y="2652713"/>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8" name="Oval 7"/>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3" name="Picture Placeholder 2"/>
          <p:cNvSpPr>
            <a:spLocks noGrp="1"/>
          </p:cNvSpPr>
          <p:nvPr>
            <p:ph type="pic" idx="1"/>
          </p:nvPr>
        </p:nvSpPr>
        <p:spPr>
          <a:xfrm>
            <a:off x="4475175" y="1143000"/>
            <a:ext cx="41148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rtlCol="0">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77887" y="1010486"/>
            <a:ext cx="3694114" cy="2163020"/>
          </a:xfrm>
        </p:spPr>
        <p:txBody>
          <a:bodyPr anchor="b"/>
          <a:lstStyle>
            <a:lvl1pPr marL="182880" indent="-182880">
              <a:buFont typeface="Georgia"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 name="Title 1"/>
          <p:cNvSpPr>
            <a:spLocks noGrp="1"/>
          </p:cNvSpPr>
          <p:nvPr>
            <p:ph type="title"/>
          </p:nvPr>
        </p:nvSpPr>
        <p:spPr>
          <a:xfrm>
            <a:off x="727268" y="4464421"/>
            <a:ext cx="6383538" cy="1143000"/>
          </a:xfrm>
        </p:spPr>
        <p:txBody>
          <a:bodyPr anchor="b"/>
          <a:lstStyle>
            <a:lvl1pPr algn="l">
              <a:defRPr sz="4600" b="1"/>
            </a:lvl1pPr>
          </a:lstStyle>
          <a:p>
            <a:r>
              <a:rPr lang="en-US"/>
              <a:t>Click to edit Master title style</a:t>
            </a:r>
            <a:endParaRPr lang="en-US" dirty="0"/>
          </a:p>
        </p:txBody>
      </p:sp>
      <p:sp>
        <p:nvSpPr>
          <p:cNvPr id="9" name="Date Placeholder 4"/>
          <p:cNvSpPr>
            <a:spLocks noGrp="1"/>
          </p:cNvSpPr>
          <p:nvPr>
            <p:ph type="dt" sz="half" idx="10"/>
          </p:nvPr>
        </p:nvSpPr>
        <p:spPr/>
        <p:txBody>
          <a:bodyPr/>
          <a:lstStyle>
            <a:lvl1pPr>
              <a:defRPr/>
            </a:lvl1pPr>
          </a:lstStyle>
          <a:p>
            <a:pPr>
              <a:defRPr/>
            </a:pPr>
            <a:endParaRPr lang="en-US">
              <a:solidFill>
                <a:prstClr val="black">
                  <a:lumMod val="50000"/>
                  <a:lumOff val="50000"/>
                </a:prstClr>
              </a:solidFill>
            </a:endParaRPr>
          </a:p>
        </p:txBody>
      </p:sp>
      <p:sp>
        <p:nvSpPr>
          <p:cNvPr id="10" name="Footer Placeholder 5"/>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11" name="Slide Number Placeholder 6"/>
          <p:cNvSpPr>
            <a:spLocks noGrp="1"/>
          </p:cNvSpPr>
          <p:nvPr>
            <p:ph type="sldNum" sz="quarter" idx="12"/>
          </p:nvPr>
        </p:nvSpPr>
        <p:spPr/>
        <p:txBody>
          <a:bodyPr/>
          <a:lstStyle>
            <a:lvl1pPr>
              <a:defRPr/>
            </a:lvl1pPr>
          </a:lstStyle>
          <a:p>
            <a:pPr>
              <a:defRPr/>
            </a:pPr>
            <a:fld id="{BA20DAF8-F313-4B38-ABA6-B71EF7A65CC9}"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37723155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1905000" y="731519"/>
            <a:ext cx="6400800" cy="34747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solidFill>
                <a:prstClr val="black">
                  <a:lumMod val="50000"/>
                  <a:lumOff val="50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2012591F-5004-4509-B8D1-F884A2A6FD92}"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32036084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53758" y="376517"/>
            <a:ext cx="2057400" cy="5238339"/>
          </a:xfrm>
          <a:effectLst/>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3324113" y="731519"/>
            <a:ext cx="4829287" cy="48947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dirty="0">
              <a:solidFill>
                <a:prstClr val="black">
                  <a:lumMod val="50000"/>
                  <a:lumOff val="50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lumMod val="50000"/>
                  <a:lumOff val="50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AC5DE804-5CAD-47EC-9448-455B6DA2E950}" type="slidenum">
              <a:rPr lang="en-US">
                <a:solidFill>
                  <a:prstClr val="black">
                    <a:lumMod val="50000"/>
                    <a:lumOff val="50000"/>
                  </a:prstClr>
                </a:solidFill>
              </a:rPr>
              <a:pPr>
                <a:def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147969190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fr-FR"/>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Click to edit Master subtitle style</a:t>
            </a:r>
            <a:endParaRPr lang="en-US"/>
          </a:p>
        </p:txBody>
      </p:sp>
      <p:sp>
        <p:nvSpPr>
          <p:cNvPr id="4" name="Date Placeholder 3"/>
          <p:cNvSpPr>
            <a:spLocks noGrp="1"/>
          </p:cNvSpPr>
          <p:nvPr>
            <p:ph type="dt" sz="half" idx="10"/>
          </p:nvPr>
        </p:nvSpPr>
        <p:spPr/>
        <p:txBody>
          <a:bodyPr/>
          <a:lstStyle>
            <a:lvl1pPr>
              <a:defRPr/>
            </a:lvl1pPr>
          </a:lstStyle>
          <a:p>
            <a:fld id="{6A6E7098-1D9E-4297-8B06-8858A6CB2C48}" type="datetime1">
              <a:rPr lang="fr-FR"/>
              <a:pPr/>
              <a:t>29/09/2024</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F8C31CAB-83F9-4A4F-970C-5EAB1D42FFBC}" type="slidenum">
              <a:rPr lang="en-US"/>
              <a:pPr/>
              <a:t>‹#›</a:t>
            </a:fld>
            <a:endParaRPr lang="en-US"/>
          </a:p>
        </p:txBody>
      </p:sp>
    </p:spTree>
    <p:extLst>
      <p:ext uri="{BB962C8B-B14F-4D97-AF65-F5344CB8AC3E}">
        <p14:creationId xmlns:p14="http://schemas.microsoft.com/office/powerpoint/2010/main" val="978735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Click to edit Master title style</a:t>
            </a:r>
            <a:endParaRPr lang="en-US"/>
          </a:p>
        </p:txBody>
      </p:sp>
      <p:sp>
        <p:nvSpPr>
          <p:cNvPr id="3" name="Content Placeholder 2"/>
          <p:cNvSpPr>
            <a:spLocks noGrp="1"/>
          </p:cNvSpPr>
          <p:nvPr>
            <p:ph idx="1"/>
          </p:nvPr>
        </p:nvSpPr>
        <p:spPr/>
        <p:txBody>
          <a:body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
        <p:nvSpPr>
          <p:cNvPr id="4" name="Date Placeholder 3"/>
          <p:cNvSpPr>
            <a:spLocks noGrp="1"/>
          </p:cNvSpPr>
          <p:nvPr>
            <p:ph type="dt" sz="half" idx="10"/>
          </p:nvPr>
        </p:nvSpPr>
        <p:spPr/>
        <p:txBody>
          <a:bodyPr/>
          <a:lstStyle>
            <a:lvl1pPr>
              <a:defRPr/>
            </a:lvl1pPr>
          </a:lstStyle>
          <a:p>
            <a:fld id="{39D57E40-D648-455A-9437-30FA8FE56DD6}" type="datetime1">
              <a:rPr lang="fr-FR"/>
              <a:pPr/>
              <a:t>29/09/2024</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9E7E0763-8C84-4A0C-BF22-E8FBB0D34350}" type="slidenum">
              <a:rPr lang="en-US"/>
              <a:pPr/>
              <a:t>‹#›</a:t>
            </a:fld>
            <a:endParaRPr lang="en-US"/>
          </a:p>
        </p:txBody>
      </p:sp>
    </p:spTree>
    <p:extLst>
      <p:ext uri="{BB962C8B-B14F-4D97-AF65-F5344CB8AC3E}">
        <p14:creationId xmlns:p14="http://schemas.microsoft.com/office/powerpoint/2010/main" val="126190614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fr-FR"/>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Click to edit Master text styles</a:t>
            </a:r>
          </a:p>
        </p:txBody>
      </p:sp>
      <p:sp>
        <p:nvSpPr>
          <p:cNvPr id="4" name="Date Placeholder 3"/>
          <p:cNvSpPr>
            <a:spLocks noGrp="1"/>
          </p:cNvSpPr>
          <p:nvPr>
            <p:ph type="dt" sz="half" idx="10"/>
          </p:nvPr>
        </p:nvSpPr>
        <p:spPr/>
        <p:txBody>
          <a:bodyPr/>
          <a:lstStyle>
            <a:lvl1pPr>
              <a:defRPr/>
            </a:lvl1pPr>
          </a:lstStyle>
          <a:p>
            <a:fld id="{E3DE751E-08CA-4D99-89B2-9FC9DE2F4625}" type="datetime1">
              <a:rPr lang="fr-FR"/>
              <a:pPr/>
              <a:t>29/09/2024</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7E3BDE4F-8BEA-439D-BA05-0EFEBB61C6C9}" type="slidenum">
              <a:rPr lang="en-US"/>
              <a:pPr/>
              <a:t>‹#›</a:t>
            </a:fld>
            <a:endParaRPr lang="en-US"/>
          </a:p>
        </p:txBody>
      </p:sp>
    </p:spTree>
    <p:extLst>
      <p:ext uri="{BB962C8B-B14F-4D97-AF65-F5344CB8AC3E}">
        <p14:creationId xmlns:p14="http://schemas.microsoft.com/office/powerpoint/2010/main" val="391052346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
        <p:nvSpPr>
          <p:cNvPr id="5" name="Date Placeholder 3"/>
          <p:cNvSpPr>
            <a:spLocks noGrp="1"/>
          </p:cNvSpPr>
          <p:nvPr>
            <p:ph type="dt" sz="half" idx="10"/>
          </p:nvPr>
        </p:nvSpPr>
        <p:spPr/>
        <p:txBody>
          <a:bodyPr/>
          <a:lstStyle>
            <a:lvl1pPr>
              <a:defRPr/>
            </a:lvl1pPr>
          </a:lstStyle>
          <a:p>
            <a:fld id="{32D697BC-62C7-4F99-8C37-A408B62C8993}" type="datetime1">
              <a:rPr lang="fr-FR"/>
              <a:pPr/>
              <a:t>29/09/2024</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842E7523-BF8E-4897-AD6D-B3C234AD941F}" type="slidenum">
              <a:rPr lang="en-US"/>
              <a:pPr/>
              <a:t>‹#›</a:t>
            </a:fld>
            <a:endParaRPr lang="en-US"/>
          </a:p>
        </p:txBody>
      </p:sp>
    </p:spTree>
    <p:extLst>
      <p:ext uri="{BB962C8B-B14F-4D97-AF65-F5344CB8AC3E}">
        <p14:creationId xmlns:p14="http://schemas.microsoft.com/office/powerpoint/2010/main" val="357876013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
        <p:nvSpPr>
          <p:cNvPr id="7" name="Date Placeholder 3"/>
          <p:cNvSpPr>
            <a:spLocks noGrp="1"/>
          </p:cNvSpPr>
          <p:nvPr>
            <p:ph type="dt" sz="half" idx="10"/>
          </p:nvPr>
        </p:nvSpPr>
        <p:spPr/>
        <p:txBody>
          <a:bodyPr/>
          <a:lstStyle>
            <a:lvl1pPr>
              <a:defRPr/>
            </a:lvl1pPr>
          </a:lstStyle>
          <a:p>
            <a:fld id="{13466664-56B2-422F-8B50-F59FA16202E4}" type="datetime1">
              <a:rPr lang="fr-FR"/>
              <a:pPr/>
              <a:t>29/09/2024</a:t>
            </a:fld>
            <a:endParaRPr lang="en-US"/>
          </a:p>
        </p:txBody>
      </p:sp>
      <p:sp>
        <p:nvSpPr>
          <p:cNvPr id="8" name="Footer Placeholder 4"/>
          <p:cNvSpPr>
            <a:spLocks noGrp="1"/>
          </p:cNvSpPr>
          <p:nvPr>
            <p:ph type="ftr" sz="quarter" idx="11"/>
          </p:nvPr>
        </p:nvSpPr>
        <p:spPr/>
        <p:txBody>
          <a:bodyPr/>
          <a:lstStyle>
            <a:lvl1pPr>
              <a:defRPr/>
            </a:lvl1pPr>
          </a:lstStyle>
          <a:p>
            <a:endParaRPr lang="en-US"/>
          </a:p>
        </p:txBody>
      </p:sp>
      <p:sp>
        <p:nvSpPr>
          <p:cNvPr id="9" name="Slide Number Placeholder 5"/>
          <p:cNvSpPr>
            <a:spLocks noGrp="1"/>
          </p:cNvSpPr>
          <p:nvPr>
            <p:ph type="sldNum" sz="quarter" idx="12"/>
          </p:nvPr>
        </p:nvSpPr>
        <p:spPr/>
        <p:txBody>
          <a:bodyPr/>
          <a:lstStyle>
            <a:lvl1pPr>
              <a:defRPr/>
            </a:lvl1pPr>
          </a:lstStyle>
          <a:p>
            <a:fld id="{370E09A0-16D6-4176-A8F9-C1456DE50391}" type="slidenum">
              <a:rPr lang="en-US"/>
              <a:pPr/>
              <a:t>‹#›</a:t>
            </a:fld>
            <a:endParaRPr lang="en-US"/>
          </a:p>
        </p:txBody>
      </p:sp>
    </p:spTree>
    <p:extLst>
      <p:ext uri="{BB962C8B-B14F-4D97-AF65-F5344CB8AC3E}">
        <p14:creationId xmlns:p14="http://schemas.microsoft.com/office/powerpoint/2010/main" val="160679171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Click to edit Master title style</a:t>
            </a:r>
            <a:endParaRPr lang="en-US"/>
          </a:p>
        </p:txBody>
      </p:sp>
      <p:sp>
        <p:nvSpPr>
          <p:cNvPr id="3" name="Date Placeholder 3"/>
          <p:cNvSpPr>
            <a:spLocks noGrp="1"/>
          </p:cNvSpPr>
          <p:nvPr>
            <p:ph type="dt" sz="half" idx="10"/>
          </p:nvPr>
        </p:nvSpPr>
        <p:spPr/>
        <p:txBody>
          <a:bodyPr/>
          <a:lstStyle>
            <a:lvl1pPr>
              <a:defRPr/>
            </a:lvl1pPr>
          </a:lstStyle>
          <a:p>
            <a:fld id="{DEC2F925-DC51-4DF6-9C0D-52D121C83119}" type="datetime1">
              <a:rPr lang="fr-FR"/>
              <a:pPr/>
              <a:t>29/09/2024</a:t>
            </a:fld>
            <a:endParaRPr lang="en-US"/>
          </a:p>
        </p:txBody>
      </p:sp>
      <p:sp>
        <p:nvSpPr>
          <p:cNvPr id="4" name="Footer Placeholder 4"/>
          <p:cNvSpPr>
            <a:spLocks noGrp="1"/>
          </p:cNvSpPr>
          <p:nvPr>
            <p:ph type="ftr" sz="quarter" idx="11"/>
          </p:nvPr>
        </p:nvSpPr>
        <p:spPr/>
        <p:txBody>
          <a:bodyPr/>
          <a:lstStyle>
            <a:lvl1pPr>
              <a:defRPr/>
            </a:lvl1pPr>
          </a:lstStyle>
          <a:p>
            <a:endParaRPr lang="en-US"/>
          </a:p>
        </p:txBody>
      </p:sp>
      <p:sp>
        <p:nvSpPr>
          <p:cNvPr id="5" name="Slide Number Placeholder 5"/>
          <p:cNvSpPr>
            <a:spLocks noGrp="1"/>
          </p:cNvSpPr>
          <p:nvPr>
            <p:ph type="sldNum" sz="quarter" idx="12"/>
          </p:nvPr>
        </p:nvSpPr>
        <p:spPr/>
        <p:txBody>
          <a:bodyPr/>
          <a:lstStyle>
            <a:lvl1pPr>
              <a:defRPr/>
            </a:lvl1pPr>
          </a:lstStyle>
          <a:p>
            <a:fld id="{32E8AD07-74B5-414C-BC00-90E42DED0B50}" type="slidenum">
              <a:rPr lang="en-US"/>
              <a:pPr/>
              <a:t>‹#›</a:t>
            </a:fld>
            <a:endParaRPr lang="en-US"/>
          </a:p>
        </p:txBody>
      </p:sp>
    </p:spTree>
    <p:extLst>
      <p:ext uri="{BB962C8B-B14F-4D97-AF65-F5344CB8AC3E}">
        <p14:creationId xmlns:p14="http://schemas.microsoft.com/office/powerpoint/2010/main" val="204365238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6DED0F17-9F3A-43C4-AA85-AB4E0FAD16D9}" type="datetime1">
              <a:rPr lang="fr-FR"/>
              <a:pPr/>
              <a:t>29/09/2024</a:t>
            </a:fld>
            <a:endParaRPr lang="en-US"/>
          </a:p>
        </p:txBody>
      </p:sp>
      <p:sp>
        <p:nvSpPr>
          <p:cNvPr id="3" name="Footer Placeholder 4"/>
          <p:cNvSpPr>
            <a:spLocks noGrp="1"/>
          </p:cNvSpPr>
          <p:nvPr>
            <p:ph type="ftr" sz="quarter" idx="11"/>
          </p:nvPr>
        </p:nvSpPr>
        <p:spPr/>
        <p:txBody>
          <a:bodyPr/>
          <a:lstStyle>
            <a:lvl1pPr>
              <a:defRPr/>
            </a:lvl1pPr>
          </a:lstStyle>
          <a:p>
            <a:endParaRPr lang="en-US"/>
          </a:p>
        </p:txBody>
      </p:sp>
      <p:sp>
        <p:nvSpPr>
          <p:cNvPr id="4" name="Slide Number Placeholder 5"/>
          <p:cNvSpPr>
            <a:spLocks noGrp="1"/>
          </p:cNvSpPr>
          <p:nvPr>
            <p:ph type="sldNum" sz="quarter" idx="12"/>
          </p:nvPr>
        </p:nvSpPr>
        <p:spPr/>
        <p:txBody>
          <a:bodyPr/>
          <a:lstStyle>
            <a:lvl1pPr>
              <a:defRPr/>
            </a:lvl1pPr>
          </a:lstStyle>
          <a:p>
            <a:fld id="{00B9DFBF-5E1F-4EB9-93B7-3749EA01810A}" type="slidenum">
              <a:rPr lang="en-US"/>
              <a:pPr/>
              <a:t>‹#›</a:t>
            </a:fld>
            <a:endParaRPr lang="en-US"/>
          </a:p>
        </p:txBody>
      </p:sp>
    </p:spTree>
    <p:extLst>
      <p:ext uri="{BB962C8B-B14F-4D97-AF65-F5344CB8AC3E}">
        <p14:creationId xmlns:p14="http://schemas.microsoft.com/office/powerpoint/2010/main" val="411067347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fr-FR"/>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Click to edit Master text styles</a:t>
            </a:r>
          </a:p>
        </p:txBody>
      </p:sp>
      <p:sp>
        <p:nvSpPr>
          <p:cNvPr id="5" name="Date Placeholder 3"/>
          <p:cNvSpPr>
            <a:spLocks noGrp="1"/>
          </p:cNvSpPr>
          <p:nvPr>
            <p:ph type="dt" sz="half" idx="10"/>
          </p:nvPr>
        </p:nvSpPr>
        <p:spPr/>
        <p:txBody>
          <a:bodyPr/>
          <a:lstStyle>
            <a:lvl1pPr>
              <a:defRPr/>
            </a:lvl1pPr>
          </a:lstStyle>
          <a:p>
            <a:fld id="{800051F7-5A91-48AF-A3CB-CB3AECA38DB8}" type="datetime1">
              <a:rPr lang="fr-FR"/>
              <a:pPr/>
              <a:t>29/09/2024</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8D685E2C-7CA7-4F52-B75F-FBB43463FAA6}" type="slidenum">
              <a:rPr lang="en-US"/>
              <a:pPr/>
              <a:t>‹#›</a:t>
            </a:fld>
            <a:endParaRPr lang="en-US"/>
          </a:p>
        </p:txBody>
      </p:sp>
    </p:spTree>
    <p:extLst>
      <p:ext uri="{BB962C8B-B14F-4D97-AF65-F5344CB8AC3E}">
        <p14:creationId xmlns:p14="http://schemas.microsoft.com/office/powerpoint/2010/main" val="382511753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fr-FR"/>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Click to edit Master text styles</a:t>
            </a:r>
          </a:p>
        </p:txBody>
      </p:sp>
      <p:sp>
        <p:nvSpPr>
          <p:cNvPr id="5" name="Date Placeholder 3"/>
          <p:cNvSpPr>
            <a:spLocks noGrp="1"/>
          </p:cNvSpPr>
          <p:nvPr>
            <p:ph type="dt" sz="half" idx="10"/>
          </p:nvPr>
        </p:nvSpPr>
        <p:spPr/>
        <p:txBody>
          <a:bodyPr/>
          <a:lstStyle>
            <a:lvl1pPr>
              <a:defRPr/>
            </a:lvl1pPr>
          </a:lstStyle>
          <a:p>
            <a:fld id="{179E41F2-B5DD-4979-B2E9-DDEB29191F2A}" type="datetime1">
              <a:rPr lang="fr-FR"/>
              <a:pPr/>
              <a:t>29/09/2024</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FD3865FE-0C86-4A78-AF62-9D91622BC572}" type="slidenum">
              <a:rPr lang="en-US"/>
              <a:pPr/>
              <a:t>‹#›</a:t>
            </a:fld>
            <a:endParaRPr lang="en-US"/>
          </a:p>
        </p:txBody>
      </p:sp>
    </p:spTree>
    <p:extLst>
      <p:ext uri="{BB962C8B-B14F-4D97-AF65-F5344CB8AC3E}">
        <p14:creationId xmlns:p14="http://schemas.microsoft.com/office/powerpoint/2010/main" val="93710111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
        <p:nvSpPr>
          <p:cNvPr id="4" name="Date Placeholder 3"/>
          <p:cNvSpPr>
            <a:spLocks noGrp="1"/>
          </p:cNvSpPr>
          <p:nvPr>
            <p:ph type="dt" sz="half" idx="10"/>
          </p:nvPr>
        </p:nvSpPr>
        <p:spPr/>
        <p:txBody>
          <a:bodyPr/>
          <a:lstStyle>
            <a:lvl1pPr>
              <a:defRPr/>
            </a:lvl1pPr>
          </a:lstStyle>
          <a:p>
            <a:fld id="{FD7D9A12-E6C0-4876-802E-698B1CA58FA9}" type="datetime1">
              <a:rPr lang="fr-FR"/>
              <a:pPr/>
              <a:t>29/09/2024</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60E1BB3D-D5F5-4526-9991-8EC9121349E6}" type="slidenum">
              <a:rPr lang="en-US"/>
              <a:pPr/>
              <a:t>‹#›</a:t>
            </a:fld>
            <a:endParaRPr lang="en-US"/>
          </a:p>
        </p:txBody>
      </p:sp>
    </p:spTree>
    <p:extLst>
      <p:ext uri="{BB962C8B-B14F-4D97-AF65-F5344CB8AC3E}">
        <p14:creationId xmlns:p14="http://schemas.microsoft.com/office/powerpoint/2010/main" val="161106694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fr-FR"/>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
        <p:nvSpPr>
          <p:cNvPr id="4" name="Date Placeholder 3"/>
          <p:cNvSpPr>
            <a:spLocks noGrp="1"/>
          </p:cNvSpPr>
          <p:nvPr>
            <p:ph type="dt" sz="half" idx="10"/>
          </p:nvPr>
        </p:nvSpPr>
        <p:spPr/>
        <p:txBody>
          <a:bodyPr/>
          <a:lstStyle>
            <a:lvl1pPr>
              <a:defRPr/>
            </a:lvl1pPr>
          </a:lstStyle>
          <a:p>
            <a:fld id="{3FF34D8D-EE93-4818-9FCB-0C3F0226D4F2}" type="datetime1">
              <a:rPr lang="fr-FR"/>
              <a:pPr/>
              <a:t>29/09/2024</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E4A6242A-2212-4C71-B4FB-3287FD49589C}" type="slidenum">
              <a:rPr lang="en-US"/>
              <a:pPr/>
              <a:t>‹#›</a:t>
            </a:fld>
            <a:endParaRPr lang="en-US"/>
          </a:p>
        </p:txBody>
      </p:sp>
    </p:spTree>
    <p:extLst>
      <p:ext uri="{BB962C8B-B14F-4D97-AF65-F5344CB8AC3E}">
        <p14:creationId xmlns:p14="http://schemas.microsoft.com/office/powerpoint/2010/main" val="200372652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371600"/>
          </a:xfrm>
        </p:spPr>
        <p:txBody>
          <a:bodyPr/>
          <a:lstStyle/>
          <a:p>
            <a:r>
              <a:rPr lang="fr-FR"/>
              <a:t>Click to edit Master title style</a:t>
            </a:r>
            <a:endParaRPr lang="en-US"/>
          </a:p>
        </p:txBody>
      </p:sp>
      <p:sp>
        <p:nvSpPr>
          <p:cNvPr id="3" name="Table Placeholder 2"/>
          <p:cNvSpPr>
            <a:spLocks noGrp="1"/>
          </p:cNvSpPr>
          <p:nvPr>
            <p:ph type="tbl" idx="1"/>
          </p:nvPr>
        </p:nvSpPr>
        <p:spPr>
          <a:xfrm>
            <a:off x="457200" y="1981200"/>
            <a:ext cx="8229600" cy="4114800"/>
          </a:xfrm>
        </p:spPr>
        <p:txBody>
          <a:bodyPr/>
          <a:lstStyle/>
          <a:p>
            <a:pPr lvl="0"/>
            <a:endParaRPr lang="en-US" noProof="0"/>
          </a:p>
        </p:txBody>
      </p:sp>
      <p:sp>
        <p:nvSpPr>
          <p:cNvPr id="4" name="Rectangle 4"/>
          <p:cNvSpPr>
            <a:spLocks noGrp="1" noChangeArrowheads="1"/>
          </p:cNvSpPr>
          <p:nvPr>
            <p:ph type="dt" sz="half" idx="10"/>
          </p:nvPr>
        </p:nvSpPr>
        <p:spPr/>
        <p:txBody>
          <a:bodyPr/>
          <a:lstStyle>
            <a:lvl1pPr>
              <a:defRPr/>
            </a:lvl1pPr>
          </a:lstStyle>
          <a:p>
            <a:fld id="{EA9B11AC-AE98-49D4-983B-A8FD90AEBC06}" type="datetime1">
              <a:rPr lang="fr-FR"/>
              <a:pPr/>
              <a:t>29/09/2024</a:t>
            </a:fld>
            <a:endParaRPr lang="en-US"/>
          </a:p>
        </p:txBody>
      </p:sp>
      <p:sp>
        <p:nvSpPr>
          <p:cNvPr id="5" name="Rectangle 5"/>
          <p:cNvSpPr>
            <a:spLocks noGrp="1" noChangeArrowheads="1"/>
          </p:cNvSpPr>
          <p:nvPr>
            <p:ph type="ftr" sz="quarter" idx="11"/>
          </p:nvPr>
        </p:nvSpPr>
        <p:spPr/>
        <p:txBody>
          <a:bodyPr/>
          <a:lstStyle>
            <a:lvl1pPr>
              <a:defRPr>
                <a:latin typeface="Arial" charset="0"/>
              </a:defRPr>
            </a:lvl1pPr>
          </a:lstStyle>
          <a:p>
            <a:endParaRPr lang="vi-VN"/>
          </a:p>
        </p:txBody>
      </p:sp>
      <p:sp>
        <p:nvSpPr>
          <p:cNvPr id="6" name="Rectangle 6"/>
          <p:cNvSpPr>
            <a:spLocks noGrp="1" noChangeArrowheads="1"/>
          </p:cNvSpPr>
          <p:nvPr>
            <p:ph type="sldNum" sz="quarter" idx="12"/>
          </p:nvPr>
        </p:nvSpPr>
        <p:spPr/>
        <p:txBody>
          <a:bodyPr/>
          <a:lstStyle>
            <a:lvl1pPr>
              <a:defRPr/>
            </a:lvl1pPr>
          </a:lstStyle>
          <a:p>
            <a:fld id="{F06255E9-86BB-409F-B032-A00BE8952A80}" type="slidenum">
              <a:rPr lang="en-US"/>
              <a:pPr/>
              <a:t>‹#›</a:t>
            </a:fld>
            <a:endParaRPr lang="en-US"/>
          </a:p>
        </p:txBody>
      </p:sp>
    </p:spTree>
    <p:extLst>
      <p:ext uri="{BB962C8B-B14F-4D97-AF65-F5344CB8AC3E}">
        <p14:creationId xmlns:p14="http://schemas.microsoft.com/office/powerpoint/2010/main" val="32888934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54F56B-6E71-E14F-82F4-B249D7839BE9}" type="datetime1">
              <a:rPr lang="en-US" smtClean="0"/>
              <a:t>9/29/2024</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BC1585-C671-4F90-AA0D-FD45AA239D02}" type="slidenum">
              <a:rPr lang="en-US" smtClean="0"/>
              <a:t>‹#›</a:t>
            </a:fld>
            <a:endParaRPr lang="en-US" dirty="0"/>
          </a:p>
        </p:txBody>
      </p:sp>
    </p:spTree>
    <p:extLst>
      <p:ext uri="{BB962C8B-B14F-4D97-AF65-F5344CB8AC3E}">
        <p14:creationId xmlns:p14="http://schemas.microsoft.com/office/powerpoint/2010/main" val="19954064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5105400"/>
            <a:ext cx="9144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8" name="Rectangle 7"/>
          <p:cNvSpPr/>
          <p:nvPr/>
        </p:nvSpPr>
        <p:spPr>
          <a:xfrm>
            <a:off x="0" y="0"/>
            <a:ext cx="9144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dirty="0">
              <a:solidFill>
                <a:prstClr val="white"/>
              </a:solidFill>
            </a:endParaRPr>
          </a:p>
        </p:txBody>
      </p:sp>
      <p:sp>
        <p:nvSpPr>
          <p:cNvPr id="9" name="Rectangle 8"/>
          <p:cNvSpPr/>
          <p:nvPr/>
        </p:nvSpPr>
        <p:spPr>
          <a:xfrm>
            <a:off x="0" y="3768725"/>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10" name="Oval 9"/>
          <p:cNvSpPr/>
          <p:nvPr/>
        </p:nvSpPr>
        <p:spPr>
          <a:xfrm>
            <a:off x="0" y="1600200"/>
            <a:ext cx="9144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white"/>
              </a:solidFill>
            </a:endParaRPr>
          </a:p>
        </p:txBody>
      </p:sp>
      <p:sp>
        <p:nvSpPr>
          <p:cNvPr id="2" name="Title Placeholder 1"/>
          <p:cNvSpPr>
            <a:spLocks noGrp="1"/>
          </p:cNvSpPr>
          <p:nvPr>
            <p:ph type="title"/>
          </p:nvPr>
        </p:nvSpPr>
        <p:spPr>
          <a:xfrm>
            <a:off x="1793875" y="4371975"/>
            <a:ext cx="6511925" cy="1143000"/>
          </a:xfrm>
          <a:prstGeom prst="rect">
            <a:avLst/>
          </a:prstGeom>
          <a:effectLst/>
        </p:spPr>
        <p:txBody>
          <a:bodyPr vert="horz" lIns="91440" tIns="45720" rIns="91440" bIns="45720" rtlCol="0" anchor="t" anchorCtr="0">
            <a:noAutofit/>
          </a:bodyPr>
          <a:lstStyle/>
          <a:p>
            <a:r>
              <a:rPr lang="en-US"/>
              <a:t>Click to edit Master title style</a:t>
            </a:r>
            <a:endParaRPr lang="en-US" dirty="0"/>
          </a:p>
        </p:txBody>
      </p:sp>
      <p:sp>
        <p:nvSpPr>
          <p:cNvPr id="2061" name="Text Placeholder 2"/>
          <p:cNvSpPr>
            <a:spLocks noGrp="1"/>
          </p:cNvSpPr>
          <p:nvPr>
            <p:ph type="body" idx="1"/>
          </p:nvPr>
        </p:nvSpPr>
        <p:spPr bwMode="auto">
          <a:xfrm>
            <a:off x="1143000" y="731838"/>
            <a:ext cx="6400800" cy="347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172200" y="6172200"/>
            <a:ext cx="25146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pPr defTabSz="449263" eaLnBrk="0" fontAlgn="base" hangingPunct="0">
              <a:spcBef>
                <a:spcPct val="0"/>
              </a:spcBef>
              <a:spcAft>
                <a:spcPct val="0"/>
              </a:spcAft>
              <a:buClr>
                <a:srgbClr val="000000"/>
              </a:buClr>
              <a:buSzPct val="100000"/>
              <a:buFont typeface="Times New Roman" pitchFamily="18" charset="0"/>
              <a:buNone/>
              <a:defRPr/>
            </a:pPr>
            <a:endParaRPr lang="en-US" dirty="0">
              <a:solidFill>
                <a:prstClr val="black">
                  <a:lumMod val="50000"/>
                  <a:lumOff val="50000"/>
                </a:prstClr>
              </a:solidFill>
              <a:latin typeface="Arial" charset="0"/>
              <a:cs typeface="Arial" charset="0"/>
            </a:endParaRPr>
          </a:p>
        </p:txBody>
      </p:sp>
      <p:sp>
        <p:nvSpPr>
          <p:cNvPr id="5" name="Footer Placeholder 4"/>
          <p:cNvSpPr>
            <a:spLocks noGrp="1"/>
          </p:cNvSpPr>
          <p:nvPr>
            <p:ph type="ftr" sz="quarter" idx="3"/>
          </p:nvPr>
        </p:nvSpPr>
        <p:spPr>
          <a:xfrm>
            <a:off x="457200" y="6172200"/>
            <a:ext cx="3352800"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pPr defTabSz="449263" eaLnBrk="0" fontAlgn="base" hangingPunct="0">
              <a:spcBef>
                <a:spcPct val="0"/>
              </a:spcBef>
              <a:spcAft>
                <a:spcPct val="0"/>
              </a:spcAft>
              <a:buClr>
                <a:srgbClr val="000000"/>
              </a:buClr>
              <a:buSzPct val="100000"/>
              <a:buFont typeface="Times New Roman" pitchFamily="18" charset="0"/>
              <a:buNone/>
              <a:defRPr/>
            </a:pPr>
            <a:endParaRPr lang="en-US">
              <a:solidFill>
                <a:prstClr val="black">
                  <a:lumMod val="50000"/>
                  <a:lumOff val="50000"/>
                </a:prstClr>
              </a:solidFill>
              <a:latin typeface="Arial" charset="0"/>
              <a:cs typeface="Arial" charset="0"/>
            </a:endParaRPr>
          </a:p>
        </p:txBody>
      </p:sp>
      <p:sp>
        <p:nvSpPr>
          <p:cNvPr id="6" name="Slide Number Placeholder 5"/>
          <p:cNvSpPr>
            <a:spLocks noGrp="1"/>
          </p:cNvSpPr>
          <p:nvPr>
            <p:ph type="sldNum" sz="quarter" idx="4"/>
          </p:nvPr>
        </p:nvSpPr>
        <p:spPr>
          <a:xfrm>
            <a:off x="3810000" y="6172200"/>
            <a:ext cx="18288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pPr defTabSz="449263" eaLnBrk="0" fontAlgn="base" hangingPunct="0">
              <a:spcBef>
                <a:spcPct val="0"/>
              </a:spcBef>
              <a:spcAft>
                <a:spcPct val="0"/>
              </a:spcAft>
              <a:buClr>
                <a:srgbClr val="000000"/>
              </a:buClr>
              <a:buSzPct val="100000"/>
              <a:buFont typeface="Times New Roman" pitchFamily="18" charset="0"/>
              <a:buNone/>
              <a:defRPr/>
            </a:pPr>
            <a:fld id="{7F751AA3-EE16-4A02-8022-3142FE923698}" type="slidenum">
              <a:rPr lang="en-US">
                <a:solidFill>
                  <a:prstClr val="black">
                    <a:lumMod val="50000"/>
                    <a:lumOff val="50000"/>
                  </a:prstClr>
                </a:solidFill>
                <a:latin typeface="Arial" charset="0"/>
                <a:cs typeface="Arial" charset="0"/>
              </a:rPr>
              <a:pPr defTabSz="449263" eaLnBrk="0" fontAlgn="base" hangingPunct="0">
                <a:spcBef>
                  <a:spcPct val="0"/>
                </a:spcBef>
                <a:spcAft>
                  <a:spcPct val="0"/>
                </a:spcAft>
                <a:buClr>
                  <a:srgbClr val="000000"/>
                </a:buClr>
                <a:buSzPct val="100000"/>
                <a:buFont typeface="Times New Roman" pitchFamily="18" charset="0"/>
                <a:buNone/>
                <a:defRPr/>
              </a:pPr>
              <a:t>‹#›</a:t>
            </a:fld>
            <a:endParaRPr lang="en-US">
              <a:solidFill>
                <a:prstClr val="black">
                  <a:lumMod val="50000"/>
                  <a:lumOff val="50000"/>
                </a:prstClr>
              </a:solidFill>
              <a:latin typeface="Arial" charset="0"/>
              <a:cs typeface="Arial" charset="0"/>
            </a:endParaRPr>
          </a:p>
        </p:txBody>
      </p:sp>
    </p:spTree>
    <p:extLst>
      <p:ext uri="{BB962C8B-B14F-4D97-AF65-F5344CB8AC3E}">
        <p14:creationId xmlns:p14="http://schemas.microsoft.com/office/powerpoint/2010/main" val="359561140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marL="319088" indent="-319088" algn="r" rtl="0" eaLnBrk="0" fontAlgn="base" hangingPunct="0">
        <a:spcBef>
          <a:spcPct val="0"/>
        </a:spcBef>
        <a:spcAft>
          <a:spcPct val="0"/>
        </a:spcAft>
        <a:buClr>
          <a:srgbClr val="C3260C"/>
        </a:buClr>
        <a:buSzPct val="128000"/>
        <a:buFont typeface="Georgia" pitchFamily="18" charset="0"/>
        <a:buChar char="*"/>
        <a:defRPr sz="4600" b="1"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marL="319088" indent="-319088" algn="r" rtl="0" eaLnBrk="0" fontAlgn="base" hangingPunct="0">
        <a:spcBef>
          <a:spcPct val="0"/>
        </a:spcBef>
        <a:spcAft>
          <a:spcPct val="0"/>
        </a:spcAft>
        <a:buClr>
          <a:srgbClr val="C3260C"/>
        </a:buClr>
        <a:buSzPct val="128000"/>
        <a:buFont typeface="Georgia" pitchFamily="18" charset="0"/>
        <a:buChar char="*"/>
        <a:defRPr sz="4600" b="1">
          <a:solidFill>
            <a:schemeClr val="tx1"/>
          </a:solidFill>
          <a:latin typeface="Trebuchet MS" pitchFamily="34" charset="0"/>
        </a:defRPr>
      </a:lvl2pPr>
      <a:lvl3pPr marL="319088" indent="-319088" algn="r" rtl="0" eaLnBrk="0" fontAlgn="base" hangingPunct="0">
        <a:spcBef>
          <a:spcPct val="0"/>
        </a:spcBef>
        <a:spcAft>
          <a:spcPct val="0"/>
        </a:spcAft>
        <a:buClr>
          <a:srgbClr val="C3260C"/>
        </a:buClr>
        <a:buSzPct val="128000"/>
        <a:buFont typeface="Georgia" pitchFamily="18" charset="0"/>
        <a:buChar char="*"/>
        <a:defRPr sz="4600" b="1">
          <a:solidFill>
            <a:schemeClr val="tx1"/>
          </a:solidFill>
          <a:latin typeface="Trebuchet MS" pitchFamily="34" charset="0"/>
        </a:defRPr>
      </a:lvl3pPr>
      <a:lvl4pPr marL="319088" indent="-319088" algn="r" rtl="0" eaLnBrk="0" fontAlgn="base" hangingPunct="0">
        <a:spcBef>
          <a:spcPct val="0"/>
        </a:spcBef>
        <a:spcAft>
          <a:spcPct val="0"/>
        </a:spcAft>
        <a:buClr>
          <a:srgbClr val="C3260C"/>
        </a:buClr>
        <a:buSzPct val="128000"/>
        <a:buFont typeface="Georgia" pitchFamily="18" charset="0"/>
        <a:buChar char="*"/>
        <a:defRPr sz="4600" b="1">
          <a:solidFill>
            <a:schemeClr val="tx1"/>
          </a:solidFill>
          <a:latin typeface="Trebuchet MS" pitchFamily="34" charset="0"/>
        </a:defRPr>
      </a:lvl4pPr>
      <a:lvl5pPr marL="319088" indent="-319088" algn="r" rtl="0" eaLnBrk="0" fontAlgn="base" hangingPunct="0">
        <a:spcBef>
          <a:spcPct val="0"/>
        </a:spcBef>
        <a:spcAft>
          <a:spcPct val="0"/>
        </a:spcAft>
        <a:buClr>
          <a:srgbClr val="C3260C"/>
        </a:buClr>
        <a:buSzPct val="128000"/>
        <a:buFont typeface="Georgia" pitchFamily="18" charset="0"/>
        <a:buChar char="*"/>
        <a:defRPr sz="4600" b="1">
          <a:solidFill>
            <a:schemeClr val="tx1"/>
          </a:solidFill>
          <a:latin typeface="Trebuchet MS"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563" algn="l" rtl="0" eaLnBrk="0" fontAlgn="base" hangingPunct="0">
        <a:spcBef>
          <a:spcPct val="20000"/>
        </a:spcBef>
        <a:spcAft>
          <a:spcPts val="300"/>
        </a:spcAft>
        <a:buClr>
          <a:srgbClr val="C3260C"/>
        </a:buClr>
        <a:buSzPct val="130000"/>
        <a:buFont typeface="Georgia" pitchFamily="18" charset="0"/>
        <a:buChar char="*"/>
        <a:defRPr sz="2200" kern="1200">
          <a:solidFill>
            <a:srgbClr val="404040"/>
          </a:solidFill>
          <a:latin typeface="+mn-lt"/>
          <a:ea typeface="+mn-ea"/>
          <a:cs typeface="+mn-cs"/>
        </a:defRPr>
      </a:lvl1pPr>
      <a:lvl2pPr marL="547688" indent="-182563" algn="l" rtl="0" eaLnBrk="0" fontAlgn="base" hangingPunct="0">
        <a:spcBef>
          <a:spcPct val="20000"/>
        </a:spcBef>
        <a:spcAft>
          <a:spcPts val="300"/>
        </a:spcAft>
        <a:buClr>
          <a:srgbClr val="C3260C"/>
        </a:buClr>
        <a:buSzPct val="130000"/>
        <a:buFont typeface="Georgia" pitchFamily="18" charset="0"/>
        <a:buChar char="*"/>
        <a:defRPr sz="2000" kern="1200">
          <a:solidFill>
            <a:srgbClr val="404040"/>
          </a:solidFill>
          <a:latin typeface="+mn-lt"/>
          <a:ea typeface="+mn-ea"/>
          <a:cs typeface="+mn-cs"/>
        </a:defRPr>
      </a:lvl2pPr>
      <a:lvl3pPr marL="822325" indent="-182563" algn="l" rtl="0" eaLnBrk="0" fontAlgn="base" hangingPunct="0">
        <a:spcBef>
          <a:spcPct val="20000"/>
        </a:spcBef>
        <a:spcAft>
          <a:spcPts val="300"/>
        </a:spcAft>
        <a:buClr>
          <a:srgbClr val="C3260C"/>
        </a:buClr>
        <a:buSzPct val="130000"/>
        <a:buFont typeface="Georgia" pitchFamily="18" charset="0"/>
        <a:buChar char="*"/>
        <a:defRPr kern="1200">
          <a:solidFill>
            <a:srgbClr val="404040"/>
          </a:solidFill>
          <a:latin typeface="+mn-lt"/>
          <a:ea typeface="+mn-ea"/>
          <a:cs typeface="+mn-cs"/>
        </a:defRPr>
      </a:lvl3pPr>
      <a:lvl4pPr marL="1096963" indent="-182563" algn="l" rtl="0" eaLnBrk="0" fontAlgn="base" hangingPunct="0">
        <a:spcBef>
          <a:spcPct val="20000"/>
        </a:spcBef>
        <a:spcAft>
          <a:spcPts val="300"/>
        </a:spcAft>
        <a:buClr>
          <a:srgbClr val="C3260C"/>
        </a:buClr>
        <a:buSzPct val="130000"/>
        <a:buFont typeface="Georgia" pitchFamily="18" charset="0"/>
        <a:buChar char="*"/>
        <a:defRPr sz="1600" kern="1200">
          <a:solidFill>
            <a:srgbClr val="404040"/>
          </a:solidFill>
          <a:latin typeface="+mn-lt"/>
          <a:ea typeface="+mn-ea"/>
          <a:cs typeface="+mn-cs"/>
        </a:defRPr>
      </a:lvl4pPr>
      <a:lvl5pPr marL="1389063" indent="-182563" algn="l" rtl="0" eaLnBrk="0" fontAlgn="base" hangingPunct="0">
        <a:spcBef>
          <a:spcPct val="20000"/>
        </a:spcBef>
        <a:spcAft>
          <a:spcPts val="300"/>
        </a:spcAft>
        <a:buClr>
          <a:srgbClr val="C3260C"/>
        </a:buClr>
        <a:buSzPct val="130000"/>
        <a:buFont typeface="Georgia" pitchFamily="18" charset="0"/>
        <a:buChar char="*"/>
        <a:defRPr sz="1400" kern="1200">
          <a:solidFill>
            <a:srgbClr val="404040"/>
          </a:solidFill>
          <a:latin typeface="+mn-lt"/>
          <a:ea typeface="+mn-ea"/>
          <a:cs typeface="+mn-cs"/>
        </a:defRPr>
      </a:lvl5pPr>
      <a:lvl6pPr marL="166420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8pPr>
      <a:lvl9pPr marL="2587752"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t>Click to edit Master title style</a:t>
            </a:r>
            <a:endParaRPr lang="en-US"/>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Calibri" charset="0"/>
              </a:defRPr>
            </a:lvl1pPr>
          </a:lstStyle>
          <a:p>
            <a:pPr defTabSz="457200" fontAlgn="base">
              <a:spcBef>
                <a:spcPct val="0"/>
              </a:spcBef>
              <a:spcAft>
                <a:spcPct val="0"/>
              </a:spcAft>
            </a:pPr>
            <a:fld id="{8A24BF4C-9CA2-423E-B4F6-7F55918723CE}" type="datetime1">
              <a:rPr lang="fr-FR" smtClean="0">
                <a:ea typeface="ＭＳ Ｐゴシック" charset="-128"/>
                <a:cs typeface="Arial" charset="0"/>
              </a:rPr>
              <a:pPr defTabSz="457200" fontAlgn="base">
                <a:spcBef>
                  <a:spcPct val="0"/>
                </a:spcBef>
                <a:spcAft>
                  <a:spcPct val="0"/>
                </a:spcAft>
              </a:pPr>
              <a:t>29/09/2024</a:t>
            </a:fld>
            <a:endParaRPr lang="en-US">
              <a:ea typeface="ＭＳ Ｐゴシック" charset="-128"/>
              <a:cs typeface="Arial" charset="0"/>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Calibri" charset="0"/>
              </a:defRPr>
            </a:lvl1pPr>
          </a:lstStyle>
          <a:p>
            <a:pPr defTabSz="457200" fontAlgn="base">
              <a:spcBef>
                <a:spcPct val="0"/>
              </a:spcBef>
              <a:spcAft>
                <a:spcPct val="0"/>
              </a:spcAft>
            </a:pPr>
            <a:endParaRPr lang="en-US">
              <a:ea typeface="ＭＳ Ｐゴシック" charset="-128"/>
              <a:cs typeface="Arial" charset="0"/>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charset="0"/>
              </a:defRPr>
            </a:lvl1pPr>
          </a:lstStyle>
          <a:p>
            <a:pPr defTabSz="457200" fontAlgn="base">
              <a:spcBef>
                <a:spcPct val="0"/>
              </a:spcBef>
              <a:spcAft>
                <a:spcPct val="0"/>
              </a:spcAft>
            </a:pPr>
            <a:fld id="{AE2053D5-6219-41C3-8D16-FE99C84E3D09}" type="slidenum">
              <a:rPr lang="en-US" smtClean="0">
                <a:ea typeface="ＭＳ Ｐゴシック" charset="-128"/>
                <a:cs typeface="Arial" charset="0"/>
              </a:rPr>
              <a:pPr defTabSz="457200" fontAlgn="base">
                <a:spcBef>
                  <a:spcPct val="0"/>
                </a:spcBef>
                <a:spcAft>
                  <a:spcPct val="0"/>
                </a:spcAft>
              </a:pPr>
              <a:t>‹#›</a:t>
            </a:fld>
            <a:endParaRPr lang="en-US">
              <a:ea typeface="ＭＳ Ｐゴシック" charset="-128"/>
              <a:cs typeface="Arial" charset="0"/>
            </a:endParaRPr>
          </a:p>
        </p:txBody>
      </p:sp>
    </p:spTree>
    <p:extLst>
      <p:ext uri="{BB962C8B-B14F-4D97-AF65-F5344CB8AC3E}">
        <p14:creationId xmlns:p14="http://schemas.microsoft.com/office/powerpoint/2010/main" val="10064590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hf hdr="0" ftr="0" dt="0"/>
  <p:txStyles>
    <p:titleStyle>
      <a:lvl1pPr algn="ctr" defTabSz="457200" rtl="0" eaLnBrk="0" fontAlgn="base" hangingPunct="0">
        <a:spcBef>
          <a:spcPct val="0"/>
        </a:spcBef>
        <a:spcAft>
          <a:spcPct val="0"/>
        </a:spcAft>
        <a:defRPr sz="4400" kern="1200">
          <a:solidFill>
            <a:schemeClr val="tx1"/>
          </a:solidFill>
          <a:latin typeface="+mj-lt"/>
          <a:ea typeface="ＭＳ Ｐゴシック" charset="-128"/>
          <a:cs typeface="ＭＳ Ｐゴシック" charset="-128"/>
        </a:defRPr>
      </a:lvl1pPr>
      <a:lvl2pPr algn="ctr" defTabSz="457200" rtl="0" eaLnBrk="0" fontAlgn="base" hangingPunct="0">
        <a:spcBef>
          <a:spcPct val="0"/>
        </a:spcBef>
        <a:spcAft>
          <a:spcPct val="0"/>
        </a:spcAft>
        <a:defRPr sz="4400">
          <a:solidFill>
            <a:schemeClr val="tx1"/>
          </a:solidFill>
          <a:latin typeface="Calibri" charset="0"/>
          <a:ea typeface="ＭＳ Ｐゴシック" charset="-128"/>
          <a:cs typeface="ＭＳ Ｐゴシック" charset="-128"/>
        </a:defRPr>
      </a:lvl2pPr>
      <a:lvl3pPr algn="ctr" defTabSz="457200" rtl="0" eaLnBrk="0" fontAlgn="base" hangingPunct="0">
        <a:spcBef>
          <a:spcPct val="0"/>
        </a:spcBef>
        <a:spcAft>
          <a:spcPct val="0"/>
        </a:spcAft>
        <a:defRPr sz="4400">
          <a:solidFill>
            <a:schemeClr val="tx1"/>
          </a:solidFill>
          <a:latin typeface="Calibri" charset="0"/>
          <a:ea typeface="ＭＳ Ｐゴシック" charset="-128"/>
          <a:cs typeface="ＭＳ Ｐゴシック" charset="-128"/>
        </a:defRPr>
      </a:lvl3pPr>
      <a:lvl4pPr algn="ctr" defTabSz="457200" rtl="0" eaLnBrk="0" fontAlgn="base" hangingPunct="0">
        <a:spcBef>
          <a:spcPct val="0"/>
        </a:spcBef>
        <a:spcAft>
          <a:spcPct val="0"/>
        </a:spcAft>
        <a:defRPr sz="4400">
          <a:solidFill>
            <a:schemeClr val="tx1"/>
          </a:solidFill>
          <a:latin typeface="Calibri" charset="0"/>
          <a:ea typeface="ＭＳ Ｐゴシック" charset="-128"/>
          <a:cs typeface="ＭＳ Ｐゴシック" charset="-128"/>
        </a:defRPr>
      </a:lvl4pPr>
      <a:lvl5pPr algn="ctr" defTabSz="457200" rtl="0" eaLnBrk="0" fontAlgn="base" hangingPunct="0">
        <a:spcBef>
          <a:spcPct val="0"/>
        </a:spcBef>
        <a:spcAft>
          <a:spcPct val="0"/>
        </a:spcAft>
        <a:defRPr sz="4400">
          <a:solidFill>
            <a:schemeClr val="tx1"/>
          </a:solidFill>
          <a:latin typeface="Calibri" charset="0"/>
          <a:ea typeface="ＭＳ Ｐゴシック" charset="-128"/>
          <a:cs typeface="ＭＳ Ｐゴシック" charset="-128"/>
        </a:defRPr>
      </a:lvl5pPr>
      <a:lvl6pPr marL="4572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6pPr>
      <a:lvl7pPr marL="9144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7pPr>
      <a:lvl8pPr marL="13716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8pPr>
      <a:lvl9pPr marL="18288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9pPr>
    </p:titleStyle>
    <p:body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hyperlink" Target="http://www.ee.surrey.ac.uk/Personal/R.Knott/Fibonacci/fibnat.html" TargetMode="Externa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5.jpg"/><Relationship Id="rId5" Type="http://schemas.openxmlformats.org/officeDocument/2006/relationships/image" Target="../media/image4.png"/><Relationship Id="rId4" Type="http://schemas.openxmlformats.org/officeDocument/2006/relationships/oleObject" Target="../embeddings/oleObject1.bin"/></Relationships>
</file>

<file path=ppt/slides/_rels/slide1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Subtitle 3"/>
          <p:cNvSpPr>
            <a:spLocks noGrp="1"/>
          </p:cNvSpPr>
          <p:nvPr>
            <p:ph type="subTitle" idx="1"/>
          </p:nvPr>
        </p:nvSpPr>
        <p:spPr>
          <a:xfrm>
            <a:off x="1600200" y="4871544"/>
            <a:ext cx="6400800" cy="1529256"/>
          </a:xfrm>
        </p:spPr>
        <p:txBody>
          <a:bodyPr rtlCol="0">
            <a:normAutofit fontScale="92500" lnSpcReduction="10000"/>
          </a:bodyPr>
          <a:lstStyle/>
          <a:p>
            <a:pPr eaLnBrk="1" fontAlgn="auto" hangingPunct="1">
              <a:buClr>
                <a:schemeClr val="accent6">
                  <a:lumMod val="75000"/>
                </a:schemeClr>
              </a:buClr>
              <a:defRPr/>
            </a:pPr>
            <a:endParaRPr lang="en-US" b="1" dirty="0">
              <a:solidFill>
                <a:schemeClr val="tx1"/>
              </a:solidFill>
            </a:endParaRPr>
          </a:p>
          <a:p>
            <a:pPr algn="ctr" eaLnBrk="1" fontAlgn="auto" hangingPunct="1">
              <a:buClr>
                <a:schemeClr val="accent6">
                  <a:lumMod val="75000"/>
                </a:schemeClr>
              </a:buClr>
              <a:defRPr/>
            </a:pPr>
            <a:r>
              <a:rPr lang="en-US" sz="3200" b="1" dirty="0">
                <a:solidFill>
                  <a:srgbClr val="002060"/>
                </a:solidFill>
                <a:effectLst>
                  <a:outerShdw blurRad="38100" dist="38100" dir="2700000" algn="tl">
                    <a:srgbClr val="000000">
                      <a:alpha val="43137"/>
                    </a:srgbClr>
                  </a:outerShdw>
                </a:effectLst>
              </a:rPr>
              <a:t>Lecture-20</a:t>
            </a:r>
          </a:p>
          <a:p>
            <a:pPr algn="ctr" eaLnBrk="1" fontAlgn="auto" hangingPunct="1">
              <a:buClr>
                <a:schemeClr val="accent6">
                  <a:lumMod val="75000"/>
                </a:schemeClr>
              </a:buClr>
              <a:defRPr/>
            </a:pPr>
            <a:r>
              <a:rPr lang="en-US" sz="3200" b="1" dirty="0">
                <a:solidFill>
                  <a:srgbClr val="002060"/>
                </a:solidFill>
                <a:effectLst>
                  <a:outerShdw blurRad="38100" dist="38100" dir="2700000" algn="tl">
                    <a:srgbClr val="000000">
                      <a:alpha val="43137"/>
                    </a:srgbClr>
                  </a:outerShdw>
                </a:effectLst>
              </a:rPr>
              <a:t>Date: </a:t>
            </a:r>
            <a:r>
              <a:rPr lang="en-US" sz="3200" b="1">
                <a:solidFill>
                  <a:srgbClr val="002060"/>
                </a:solidFill>
                <a:effectLst>
                  <a:outerShdw blurRad="38100" dist="38100" dir="2700000" algn="tl">
                    <a:srgbClr val="000000">
                      <a:alpha val="43137"/>
                    </a:srgbClr>
                  </a:outerShdw>
                </a:effectLst>
              </a:rPr>
              <a:t>//</a:t>
            </a:r>
            <a:r>
              <a:rPr lang="en-US" sz="3200" b="1" smtClean="0">
                <a:solidFill>
                  <a:srgbClr val="002060"/>
                </a:solidFill>
                <a:effectLst>
                  <a:outerShdw blurRad="38100" dist="38100" dir="2700000" algn="tl">
                    <a:srgbClr val="000000">
                      <a:alpha val="43137"/>
                    </a:srgbClr>
                  </a:outerShdw>
                </a:effectLst>
              </a:rPr>
              <a:t>2024</a:t>
            </a:r>
            <a:endParaRPr lang="en-US" sz="3200" b="1" dirty="0">
              <a:solidFill>
                <a:srgbClr val="002060"/>
              </a:solidFill>
              <a:effectLst>
                <a:outerShdw blurRad="38100" dist="38100" dir="2700000" algn="tl">
                  <a:srgbClr val="000000">
                    <a:alpha val="43137"/>
                  </a:srgbClr>
                </a:outerShdw>
              </a:effectLst>
            </a:endParaRPr>
          </a:p>
          <a:p>
            <a:pPr eaLnBrk="1" fontAlgn="auto" hangingPunct="1">
              <a:buClr>
                <a:schemeClr val="accent6">
                  <a:lumMod val="75000"/>
                </a:schemeClr>
              </a:buClr>
              <a:defRPr/>
            </a:pPr>
            <a:endParaRPr lang="en-US" dirty="0">
              <a:solidFill>
                <a:schemeClr val="tx1"/>
              </a:solidFill>
            </a:endParaRPr>
          </a:p>
        </p:txBody>
      </p:sp>
      <p:sp>
        <p:nvSpPr>
          <p:cNvPr id="3074" name="Title 2"/>
          <p:cNvSpPr>
            <a:spLocks noGrp="1"/>
          </p:cNvSpPr>
          <p:nvPr>
            <p:ph type="ctrTitle"/>
          </p:nvPr>
        </p:nvSpPr>
        <p:spPr>
          <a:xfrm>
            <a:off x="533400" y="725213"/>
            <a:ext cx="8077200" cy="4432027"/>
          </a:xfrm>
        </p:spPr>
        <p:txBody>
          <a:bodyPr/>
          <a:lstStyle/>
          <a:p>
            <a:pPr marL="182880" indent="0" algn="ctr" eaLnBrk="1" fontAlgn="auto" hangingPunct="1">
              <a:spcAft>
                <a:spcPts val="0"/>
              </a:spcAft>
              <a:buClr>
                <a:schemeClr val="accent6">
                  <a:lumMod val="75000"/>
                </a:schemeClr>
              </a:buClr>
              <a:buNone/>
              <a:defRPr/>
            </a:pPr>
            <a:r>
              <a:rPr lang="en-US" dirty="0">
                <a:solidFill>
                  <a:srgbClr val="FF0000"/>
                </a:solidFill>
                <a:effectLst>
                  <a:outerShdw blurRad="38100" dist="38100" dir="2700000" algn="tl">
                    <a:srgbClr val="000000">
                      <a:alpha val="43137"/>
                    </a:srgbClr>
                  </a:outerShdw>
                  <a:reflection blurRad="6350" stA="55000" endA="300" endPos="45500" dir="5400000" sy="-100000" algn="bl" rotWithShape="0"/>
                </a:effectLst>
              </a:rPr>
              <a:t>Data Structures</a:t>
            </a:r>
            <a:br>
              <a:rPr lang="en-US" dirty="0">
                <a:solidFill>
                  <a:srgbClr val="FF0000"/>
                </a:solidFill>
                <a:effectLst>
                  <a:outerShdw blurRad="38100" dist="38100" dir="2700000" algn="tl">
                    <a:srgbClr val="000000">
                      <a:alpha val="43137"/>
                    </a:srgbClr>
                  </a:outerShdw>
                  <a:reflection blurRad="6350" stA="55000" endA="300" endPos="45500" dir="5400000" sy="-100000" algn="bl" rotWithShape="0"/>
                </a:effectLst>
              </a:rPr>
            </a:br>
            <a:r>
              <a:rPr lang="en-US" dirty="0">
                <a:solidFill>
                  <a:srgbClr val="FF0000"/>
                </a:solidFill>
                <a:effectLst>
                  <a:outerShdw blurRad="38100" dist="38100" dir="2700000" algn="tl">
                    <a:srgbClr val="000000">
                      <a:alpha val="43137"/>
                    </a:srgbClr>
                  </a:outerShdw>
                  <a:reflection blurRad="6350" stA="55000" endA="300" endPos="45500" dir="5400000" sy="-100000" algn="bl" rotWithShape="0"/>
                </a:effectLst>
              </a:rPr>
              <a:t/>
            </a:r>
            <a:br>
              <a:rPr lang="en-US" dirty="0">
                <a:solidFill>
                  <a:srgbClr val="FF0000"/>
                </a:solidFill>
                <a:effectLst>
                  <a:outerShdw blurRad="38100" dist="38100" dir="2700000" algn="tl">
                    <a:srgbClr val="000000">
                      <a:alpha val="43137"/>
                    </a:srgbClr>
                  </a:outerShdw>
                  <a:reflection blurRad="6350" stA="55000" endA="300" endPos="45500" dir="5400000" sy="-100000" algn="bl" rotWithShape="0"/>
                </a:effectLst>
              </a:rPr>
            </a:br>
            <a:r>
              <a:rPr lang="en-US" sz="4400" dirty="0">
                <a:solidFill>
                  <a:srgbClr val="FF0000"/>
                </a:solidFill>
                <a:effectLst>
                  <a:outerShdw blurRad="38100" dist="38100" dir="2700000" algn="tl">
                    <a:srgbClr val="000000">
                      <a:alpha val="43137"/>
                    </a:srgbClr>
                  </a:outerShdw>
                  <a:reflection blurRad="6350" stA="55000" endA="300" endPos="45500" dir="5400000" sy="-100000" algn="bl" rotWithShape="0"/>
                </a:effectLst>
              </a:rPr>
              <a:t>ICT-1211</a:t>
            </a:r>
            <a:r>
              <a:rPr lang="en-US" sz="4400" dirty="0">
                <a:solidFill>
                  <a:srgbClr val="FF0000"/>
                </a:solidFill>
                <a:effectLst>
                  <a:outerShdw blurRad="38100" dist="38100" dir="2700000" algn="tl">
                    <a:srgbClr val="000000">
                      <a:alpha val="43137"/>
                    </a:srgbClr>
                  </a:outerShdw>
                  <a:reflection blurRad="6350" stA="55000" endA="300" endPos="45500" dir="5400000" sy="-100000" algn="bl" rotWithShape="0"/>
                </a:effectLst>
              </a:rPr>
              <a:t/>
            </a:r>
            <a:br>
              <a:rPr lang="en-US" sz="4400" dirty="0">
                <a:solidFill>
                  <a:srgbClr val="FF0000"/>
                </a:solidFill>
                <a:effectLst>
                  <a:outerShdw blurRad="38100" dist="38100" dir="2700000" algn="tl">
                    <a:srgbClr val="000000">
                      <a:alpha val="43137"/>
                    </a:srgbClr>
                  </a:outerShdw>
                  <a:reflection blurRad="6350" stA="55000" endA="300" endPos="45500" dir="5400000" sy="-100000" algn="bl" rotWithShape="0"/>
                </a:effectLst>
              </a:rPr>
            </a:br>
            <a:r>
              <a:rPr lang="en-US" sz="4400" dirty="0">
                <a:solidFill>
                  <a:srgbClr val="FF0000"/>
                </a:solidFill>
                <a:effectLst>
                  <a:outerShdw blurRad="38100" dist="38100" dir="2700000" algn="tl">
                    <a:srgbClr val="000000">
                      <a:alpha val="43137"/>
                    </a:srgbClr>
                  </a:outerShdw>
                  <a:reflection blurRad="6350" stA="55000" endA="300" endPos="45500" dir="5400000" sy="-100000" algn="bl" rotWithShape="0"/>
                </a:effectLst>
              </a:rPr>
              <a:t/>
            </a:r>
            <a:br>
              <a:rPr lang="en-US" sz="4400" dirty="0">
                <a:solidFill>
                  <a:srgbClr val="FF0000"/>
                </a:solidFill>
                <a:effectLst>
                  <a:outerShdw blurRad="38100" dist="38100" dir="2700000" algn="tl">
                    <a:srgbClr val="000000">
                      <a:alpha val="43137"/>
                    </a:srgbClr>
                  </a:outerShdw>
                  <a:reflection blurRad="6350" stA="55000" endA="300" endPos="45500" dir="5400000" sy="-100000" algn="bl" rotWithShape="0"/>
                </a:effectLst>
              </a:rPr>
            </a:br>
            <a:r>
              <a:rPr lang="en-US" sz="4400" dirty="0">
                <a:solidFill>
                  <a:srgbClr val="FF0000"/>
                </a:solidFill>
                <a:effectLst>
                  <a:outerShdw blurRad="38100" dist="38100" dir="2700000" algn="tl">
                    <a:srgbClr val="000000">
                      <a:alpha val="43137"/>
                    </a:srgbClr>
                  </a:outerShdw>
                  <a:reflection blurRad="6350" stA="55000" endA="300" endPos="45500" dir="5400000" sy="-100000" algn="bl" rotWithShape="0"/>
                </a:effectLst>
              </a:rPr>
              <a:t>Information and Communication Technology</a:t>
            </a:r>
          </a:p>
        </p:txBody>
      </p:sp>
      <p:sp>
        <p:nvSpPr>
          <p:cNvPr id="2" name="Slide Number Placeholder 1"/>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B1D62340-A1EA-4CE0-A397-B868A3BF73D1}" type="slidenum">
              <a:rPr kumimoji="0" lang="en-US" sz="1200" b="1" i="0" u="none" strike="noStrike" kern="1200" cap="none" spc="0" normalizeH="0" baseline="0" noProof="0" smtClean="0">
                <a:ln>
                  <a:noFill/>
                </a:ln>
                <a:solidFill>
                  <a:prstClr val="black">
                    <a:lumMod val="50000"/>
                    <a:lumOff val="50000"/>
                  </a:prstClr>
                </a:solidFill>
                <a:effectLst/>
                <a:uLnTx/>
                <a:uFillTx/>
                <a:latin typeface="Trebuchet MS"/>
                <a:ea typeface="+mn-ea"/>
                <a:cs typeface="Arial" charset="0"/>
              </a:rPr>
              <a:pPr marL="0" marR="0" lvl="0" indent="0" algn="ctr" defTabSz="914400" rtl="0" eaLnBrk="1" fontAlgn="auto" latinLnBrk="0" hangingPunct="1">
                <a:lnSpc>
                  <a:spcPct val="100000"/>
                </a:lnSpc>
                <a:spcBef>
                  <a:spcPts val="0"/>
                </a:spcBef>
                <a:spcAft>
                  <a:spcPts val="0"/>
                </a:spcAft>
                <a:buClrTx/>
                <a:buSzTx/>
                <a:buFontTx/>
                <a:buNone/>
                <a:tabLst/>
                <a:defRPr/>
              </a:pPr>
              <a:t>1</a:t>
            </a:fld>
            <a:endParaRPr kumimoji="0" lang="en-US" sz="1200" b="1" i="0" u="none" strike="noStrike" kern="1200" cap="none" spc="0" normalizeH="0" baseline="0" noProof="0">
              <a:ln>
                <a:noFill/>
              </a:ln>
              <a:solidFill>
                <a:prstClr val="black">
                  <a:lumMod val="50000"/>
                  <a:lumOff val="50000"/>
                </a:prstClr>
              </a:solidFill>
              <a:effectLst/>
              <a:uLnTx/>
              <a:uFillTx/>
              <a:latin typeface="Trebuchet MS"/>
              <a:ea typeface="+mn-ea"/>
              <a:cs typeface="Arial" charset="0"/>
            </a:endParaRPr>
          </a:p>
        </p:txBody>
      </p:sp>
    </p:spTree>
    <p:extLst>
      <p:ext uri="{BB962C8B-B14F-4D97-AF65-F5344CB8AC3E}">
        <p14:creationId xmlns:p14="http://schemas.microsoft.com/office/powerpoint/2010/main" val="32974185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057275" y="2072235"/>
            <a:ext cx="7500938" cy="1728240"/>
          </a:xfrm>
        </p:spPr>
        <p:txBody>
          <a:bodyPr/>
          <a:lstStyle/>
          <a:p>
            <a:pPr marL="0" indent="0" algn="ctr">
              <a:buNone/>
            </a:pPr>
            <a:r>
              <a:rPr lang="en-US" dirty="0">
                <a:solidFill>
                  <a:srgbClr val="FF0000"/>
                </a:solidFill>
              </a:rPr>
              <a:t/>
            </a:r>
            <a:br>
              <a:rPr lang="en-US" dirty="0">
                <a:solidFill>
                  <a:srgbClr val="FF0000"/>
                </a:solidFill>
              </a:rPr>
            </a:br>
            <a:r>
              <a:rPr lang="en-US" sz="4000" dirty="0">
                <a:solidFill>
                  <a:srgbClr val="FF0000"/>
                </a:solidFill>
              </a:rPr>
              <a:t>Stacks, Queues, Recursion</a:t>
            </a:r>
          </a:p>
        </p:txBody>
      </p:sp>
      <p:sp>
        <p:nvSpPr>
          <p:cNvPr id="4" name="Slide Number Placeholder 3"/>
          <p:cNvSpPr>
            <a:spLocks noGrp="1"/>
          </p:cNvSpPr>
          <p:nvPr>
            <p:ph type="sldNum" sz="quarter" idx="12"/>
          </p:nvPr>
        </p:nvSpPr>
        <p:spPr/>
        <p:txBody>
          <a:bodyPr/>
          <a:lstStyle/>
          <a:p>
            <a:pPr>
              <a:defRPr/>
            </a:pPr>
            <a:fld id="{4315956A-8026-4861-99E0-6ECDFB0AE949}" type="slidenum">
              <a:rPr lang="en-US" smtClean="0">
                <a:solidFill>
                  <a:prstClr val="black">
                    <a:lumMod val="50000"/>
                    <a:lumOff val="50000"/>
                  </a:prstClr>
                </a:solidFill>
              </a:rPr>
              <a:pPr>
                <a:defRPr/>
              </a:pPr>
              <a:t>2</a:t>
            </a:fld>
            <a:endParaRPr lang="en-US">
              <a:solidFill>
                <a:prstClr val="black">
                  <a:lumMod val="50000"/>
                  <a:lumOff val="50000"/>
                </a:prstClr>
              </a:solidFill>
            </a:endParaRPr>
          </a:p>
        </p:txBody>
      </p:sp>
    </p:spTree>
    <p:extLst>
      <p:ext uri="{BB962C8B-B14F-4D97-AF65-F5344CB8AC3E}">
        <p14:creationId xmlns:p14="http://schemas.microsoft.com/office/powerpoint/2010/main" val="42881968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FBC1585-C671-4F90-AA0D-FD45AA239D02}" type="slidenum">
              <a:rPr lang="en-US" smtClean="0"/>
              <a:t>3</a:t>
            </a:fld>
            <a:endParaRPr lang="en-US"/>
          </a:p>
        </p:txBody>
      </p:sp>
      <p:sp>
        <p:nvSpPr>
          <p:cNvPr id="8" name="TextBox 7"/>
          <p:cNvSpPr txBox="1"/>
          <p:nvPr/>
        </p:nvSpPr>
        <p:spPr>
          <a:xfrm>
            <a:off x="80682" y="-26893"/>
            <a:ext cx="7791731" cy="584775"/>
          </a:xfrm>
          <a:prstGeom prst="rect">
            <a:avLst/>
          </a:prstGeom>
          <a:noFill/>
        </p:spPr>
        <p:txBody>
          <a:bodyPr wrap="square" rtlCol="0">
            <a:spAutoFit/>
          </a:bodyPr>
          <a:lstStyle/>
          <a:p>
            <a:r>
              <a:rPr lang="en-US" sz="3200" dirty="0">
                <a:solidFill>
                  <a:srgbClr val="FF0000"/>
                </a:solidFill>
              </a:rPr>
              <a:t>Recursion: Function</a:t>
            </a:r>
          </a:p>
        </p:txBody>
      </p:sp>
      <p:sp>
        <p:nvSpPr>
          <p:cNvPr id="7" name="Rectangle 3"/>
          <p:cNvSpPr txBox="1">
            <a:spLocks noChangeArrowheads="1"/>
          </p:cNvSpPr>
          <p:nvPr/>
        </p:nvSpPr>
        <p:spPr>
          <a:xfrm>
            <a:off x="0" y="1689100"/>
            <a:ext cx="8915400" cy="478790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buFont typeface="Monotype Sorts" charset="2"/>
              <a:buNone/>
            </a:pPr>
            <a:r>
              <a:rPr lang="en-US" altLang="en-US" dirty="0"/>
              <a:t>		</a:t>
            </a:r>
          </a:p>
          <a:p>
            <a:pPr>
              <a:buFont typeface="Monotype Sorts" charset="2"/>
              <a:buNone/>
            </a:pPr>
            <a:r>
              <a:rPr lang="en-US" altLang="en-US" dirty="0"/>
              <a:t>                                                          </a:t>
            </a:r>
          </a:p>
          <a:p>
            <a:pPr>
              <a:buFont typeface="Monotype Sorts" charset="2"/>
              <a:buNone/>
            </a:pPr>
            <a:r>
              <a:rPr lang="en-US" altLang="en-US" b="1" dirty="0">
                <a:solidFill>
                  <a:srgbClr val="99FF33"/>
                </a:solidFill>
              </a:rPr>
              <a:t>                                                   </a:t>
            </a:r>
          </a:p>
          <a:p>
            <a:r>
              <a:rPr lang="en-US" altLang="en-US" b="1" dirty="0">
                <a:solidFill>
                  <a:srgbClr val="99FF33"/>
                </a:solidFill>
              </a:rPr>
              <a:t>                                                                    </a:t>
            </a:r>
            <a:r>
              <a:rPr lang="en-US" altLang="en-US" b="1" dirty="0">
                <a:solidFill>
                  <a:srgbClr val="0000CC"/>
                </a:solidFill>
              </a:rPr>
              <a:t>Iterative solution</a:t>
            </a:r>
            <a:r>
              <a:rPr lang="en-US" altLang="en-US" b="1" dirty="0">
                <a:solidFill>
                  <a:srgbClr val="0000CC"/>
                </a:solidFill>
                <a:latin typeface="Courier New" charset="0"/>
              </a:rPr>
              <a:t>  </a:t>
            </a:r>
          </a:p>
          <a:p>
            <a:pPr>
              <a:buFont typeface="Monotype Sorts" charset="2"/>
              <a:buNone/>
            </a:pPr>
            <a:r>
              <a:rPr lang="en-US" altLang="en-US" sz="2000" b="1" dirty="0">
                <a:solidFill>
                  <a:srgbClr val="A2C1FE"/>
                </a:solidFill>
                <a:latin typeface="Courier New" charset="0"/>
              </a:rPr>
              <a:t>                          </a:t>
            </a:r>
            <a:r>
              <a:rPr lang="en-US" altLang="en-US" sz="2000" b="1" dirty="0" err="1">
                <a:solidFill>
                  <a:srgbClr val="A2C1FE"/>
                </a:solidFill>
                <a:latin typeface="Courier New" charset="0"/>
              </a:rPr>
              <a:t>int</a:t>
            </a:r>
            <a:r>
              <a:rPr lang="en-US" altLang="en-US" sz="2000" b="1" dirty="0">
                <a:latin typeface="Courier New" charset="0"/>
              </a:rPr>
              <a:t> </a:t>
            </a:r>
            <a:r>
              <a:rPr lang="en-US" altLang="en-US" sz="2000" b="1" dirty="0" err="1">
                <a:latin typeface="Courier New" charset="0"/>
              </a:rPr>
              <a:t>fac</a:t>
            </a:r>
            <a:r>
              <a:rPr lang="en-US" altLang="en-US" sz="2000" b="1" dirty="0">
                <a:latin typeface="Courier New" charset="0"/>
              </a:rPr>
              <a:t>(</a:t>
            </a:r>
            <a:r>
              <a:rPr lang="en-US" altLang="en-US" sz="2000" b="1" dirty="0" err="1">
                <a:solidFill>
                  <a:srgbClr val="A2C1FE"/>
                </a:solidFill>
                <a:latin typeface="Courier New" charset="0"/>
              </a:rPr>
              <a:t>int</a:t>
            </a:r>
            <a:r>
              <a:rPr lang="en-US" altLang="en-US" sz="2000" b="1" dirty="0">
                <a:latin typeface="Courier New" charset="0"/>
              </a:rPr>
              <a:t> numb){</a:t>
            </a:r>
          </a:p>
          <a:p>
            <a:pPr>
              <a:buFont typeface="Monotype Sorts" charset="2"/>
              <a:buNone/>
            </a:pPr>
            <a:r>
              <a:rPr lang="en-US" altLang="en-US" sz="2000" b="1" dirty="0">
                <a:latin typeface="Courier New" charset="0"/>
              </a:rPr>
              <a:t>	                </a:t>
            </a:r>
            <a:r>
              <a:rPr lang="en-US" altLang="en-US" sz="2000" b="1" dirty="0" err="1">
                <a:solidFill>
                  <a:srgbClr val="A2C1FE"/>
                </a:solidFill>
                <a:latin typeface="Courier New" charset="0"/>
              </a:rPr>
              <a:t>int</a:t>
            </a:r>
            <a:r>
              <a:rPr lang="en-US" altLang="en-US" sz="2000" b="1" dirty="0">
                <a:latin typeface="Courier New" charset="0"/>
              </a:rPr>
              <a:t> product=1;</a:t>
            </a:r>
          </a:p>
          <a:p>
            <a:pPr>
              <a:buFont typeface="Monotype Sorts" charset="2"/>
              <a:buNone/>
            </a:pPr>
            <a:r>
              <a:rPr lang="en-US" altLang="en-US" sz="2000" b="1" dirty="0">
                <a:latin typeface="Courier New" charset="0"/>
              </a:rPr>
              <a:t>	                       </a:t>
            </a:r>
            <a:r>
              <a:rPr lang="en-US" altLang="en-US" sz="2000" b="1" dirty="0">
                <a:solidFill>
                  <a:srgbClr val="A2C1FE"/>
                </a:solidFill>
                <a:latin typeface="Courier New" charset="0"/>
              </a:rPr>
              <a:t>while</a:t>
            </a:r>
            <a:r>
              <a:rPr lang="en-US" altLang="en-US" sz="2000" b="1" dirty="0">
                <a:latin typeface="Courier New" charset="0"/>
              </a:rPr>
              <a:t>(numb&gt;1){</a:t>
            </a:r>
          </a:p>
          <a:p>
            <a:pPr>
              <a:buFont typeface="Monotype Sorts" charset="2"/>
              <a:buNone/>
            </a:pPr>
            <a:r>
              <a:rPr lang="en-US" altLang="en-US" sz="2000" b="1" dirty="0">
                <a:latin typeface="Courier New" charset="0"/>
              </a:rPr>
              <a:t>		                          product *= numb;</a:t>
            </a:r>
          </a:p>
          <a:p>
            <a:pPr>
              <a:buFont typeface="Monotype Sorts" charset="2"/>
              <a:buNone/>
            </a:pPr>
            <a:r>
              <a:rPr lang="en-US" altLang="en-US" sz="2000" b="1" dirty="0">
                <a:latin typeface="Courier New" charset="0"/>
              </a:rPr>
              <a:t>		                          numb--;</a:t>
            </a:r>
          </a:p>
          <a:p>
            <a:pPr>
              <a:buFont typeface="Monotype Sorts" charset="2"/>
              <a:buNone/>
            </a:pPr>
            <a:r>
              <a:rPr lang="en-US" altLang="en-US" sz="2000" b="1" dirty="0">
                <a:latin typeface="Courier New" charset="0"/>
              </a:rPr>
              <a:t>	                                     }</a:t>
            </a:r>
          </a:p>
          <a:p>
            <a:pPr>
              <a:buFont typeface="Monotype Sorts" charset="2"/>
              <a:buNone/>
            </a:pPr>
            <a:r>
              <a:rPr lang="en-US" altLang="en-US" sz="2000" b="1" dirty="0">
                <a:latin typeface="Courier New" charset="0"/>
              </a:rPr>
              <a:t>	                                </a:t>
            </a:r>
            <a:r>
              <a:rPr lang="en-US" altLang="en-US" sz="2000" b="1" dirty="0">
                <a:solidFill>
                  <a:srgbClr val="A2C1FE"/>
                </a:solidFill>
                <a:latin typeface="Courier New" charset="0"/>
              </a:rPr>
              <a:t>return</a:t>
            </a:r>
            <a:r>
              <a:rPr lang="en-US" altLang="en-US" sz="2000" b="1" dirty="0">
                <a:latin typeface="Courier New" charset="0"/>
              </a:rPr>
              <a:t> product;</a:t>
            </a:r>
          </a:p>
          <a:p>
            <a:pPr>
              <a:buFont typeface="Monotype Sorts" charset="2"/>
              <a:buNone/>
            </a:pPr>
            <a:r>
              <a:rPr lang="en-US" altLang="en-US" sz="2000" b="1" dirty="0">
                <a:latin typeface="Courier New" charset="0"/>
              </a:rPr>
              <a:t>	                                      }</a:t>
            </a:r>
            <a:endParaRPr lang="en-US" altLang="en-US" sz="2000" dirty="0"/>
          </a:p>
        </p:txBody>
      </p:sp>
      <p:sp>
        <p:nvSpPr>
          <p:cNvPr id="9" name="Text Box 4"/>
          <p:cNvSpPr txBox="1">
            <a:spLocks noChangeArrowheads="1"/>
          </p:cNvSpPr>
          <p:nvPr/>
        </p:nvSpPr>
        <p:spPr bwMode="auto">
          <a:xfrm>
            <a:off x="228600" y="2971800"/>
            <a:ext cx="4800600" cy="3010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342900" indent="-342900" algn="l">
              <a:spcBef>
                <a:spcPct val="0"/>
              </a:spcBef>
              <a:defRPr sz="2400">
                <a:solidFill>
                  <a:schemeClr val="tx1"/>
                </a:solidFill>
                <a:latin typeface="Times New Roman" charset="0"/>
              </a:defRPr>
            </a:lvl1pPr>
            <a:lvl2pPr marL="742950" indent="-285750" algn="l">
              <a:spcBef>
                <a:spcPct val="0"/>
              </a:spcBef>
              <a:defRPr sz="2400">
                <a:solidFill>
                  <a:schemeClr val="tx1"/>
                </a:solidFill>
                <a:latin typeface="Times New Roman" charset="0"/>
              </a:defRPr>
            </a:lvl2pPr>
            <a:lvl3pPr marL="1143000" indent="-228600" algn="l">
              <a:spcBef>
                <a:spcPct val="0"/>
              </a:spcBef>
              <a:defRPr sz="2400">
                <a:solidFill>
                  <a:schemeClr val="tx1"/>
                </a:solidFill>
                <a:latin typeface="Times New Roman" charset="0"/>
              </a:defRPr>
            </a:lvl3pPr>
            <a:lvl4pPr marL="1600200" indent="-228600" algn="l">
              <a:spcBef>
                <a:spcPct val="0"/>
              </a:spcBef>
              <a:defRPr sz="2400">
                <a:solidFill>
                  <a:schemeClr val="tx1"/>
                </a:solidFill>
                <a:latin typeface="Times New Roman" charset="0"/>
              </a:defRPr>
            </a:lvl4pPr>
            <a:lvl5pPr marL="2057400" indent="-228600" algn="l">
              <a:spcBef>
                <a:spcPct val="0"/>
              </a:spcBef>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pPr>
              <a:buClrTx/>
              <a:buSzTx/>
              <a:buFontTx/>
              <a:buNone/>
            </a:pPr>
            <a:r>
              <a:rPr lang="en-US" altLang="en-US" sz="2000" b="0" dirty="0">
                <a:solidFill>
                  <a:srgbClr val="A2C1FE"/>
                </a:solidFill>
                <a:latin typeface="Arial" charset="0"/>
              </a:rPr>
              <a:t>      </a:t>
            </a:r>
            <a:r>
              <a:rPr lang="en-US" altLang="en-US" b="1" dirty="0">
                <a:solidFill>
                  <a:srgbClr val="0000CC"/>
                </a:solidFill>
                <a:latin typeface="+mn-lt"/>
              </a:rPr>
              <a:t>Recursive solution</a:t>
            </a:r>
          </a:p>
          <a:p>
            <a:pPr>
              <a:buClrTx/>
              <a:buSzTx/>
              <a:buFontTx/>
              <a:buNone/>
            </a:pPr>
            <a:endParaRPr lang="en-US" altLang="en-US" sz="2000" dirty="0">
              <a:solidFill>
                <a:srgbClr val="A2C1FE"/>
              </a:solidFill>
              <a:latin typeface="Courier New" charset="0"/>
            </a:endParaRPr>
          </a:p>
          <a:p>
            <a:pPr>
              <a:buClrTx/>
              <a:buSzTx/>
              <a:buFontTx/>
              <a:buNone/>
            </a:pPr>
            <a:r>
              <a:rPr lang="en-US" altLang="en-US" sz="2000" b="1" dirty="0" err="1">
                <a:solidFill>
                  <a:srgbClr val="A2C1FE"/>
                </a:solidFill>
                <a:latin typeface="Courier New" charset="0"/>
              </a:rPr>
              <a:t>int</a:t>
            </a:r>
            <a:r>
              <a:rPr lang="en-US" altLang="en-US" sz="2000" b="1" dirty="0">
                <a:latin typeface="Courier New" charset="0"/>
              </a:rPr>
              <a:t> </a:t>
            </a:r>
            <a:r>
              <a:rPr lang="en-US" altLang="en-US" sz="2000" b="1" dirty="0" err="1">
                <a:latin typeface="Courier New" charset="0"/>
              </a:rPr>
              <a:t>fac</a:t>
            </a:r>
            <a:r>
              <a:rPr lang="en-US" altLang="en-US" sz="2000" b="1" dirty="0">
                <a:latin typeface="Courier New" charset="0"/>
              </a:rPr>
              <a:t>(</a:t>
            </a:r>
            <a:r>
              <a:rPr lang="en-US" altLang="en-US" sz="2000" b="1" dirty="0" err="1">
                <a:solidFill>
                  <a:srgbClr val="A2C1FE"/>
                </a:solidFill>
                <a:latin typeface="Courier New" charset="0"/>
              </a:rPr>
              <a:t>int</a:t>
            </a:r>
            <a:r>
              <a:rPr lang="en-US" altLang="en-US" sz="2000" b="1" dirty="0">
                <a:latin typeface="Courier New" charset="0"/>
              </a:rPr>
              <a:t> numb){</a:t>
            </a:r>
          </a:p>
          <a:p>
            <a:pPr>
              <a:buClrTx/>
              <a:buSzTx/>
              <a:buFontTx/>
              <a:buNone/>
            </a:pPr>
            <a:r>
              <a:rPr lang="en-US" altLang="en-US" sz="2000" b="1" dirty="0">
                <a:latin typeface="Courier New" charset="0"/>
              </a:rPr>
              <a:t>	</a:t>
            </a:r>
            <a:r>
              <a:rPr lang="en-US" altLang="en-US" sz="2000" b="1" dirty="0">
                <a:solidFill>
                  <a:srgbClr val="A2C1FE"/>
                </a:solidFill>
                <a:latin typeface="Courier New" charset="0"/>
              </a:rPr>
              <a:t>if</a:t>
            </a:r>
            <a:r>
              <a:rPr lang="en-US" altLang="en-US" sz="2000" b="1" dirty="0">
                <a:latin typeface="Courier New" charset="0"/>
              </a:rPr>
              <a:t>(numb&lt;=1)</a:t>
            </a:r>
          </a:p>
          <a:p>
            <a:pPr>
              <a:buClrTx/>
              <a:buSzTx/>
              <a:buFontTx/>
              <a:buNone/>
            </a:pPr>
            <a:r>
              <a:rPr lang="en-US" altLang="en-US" sz="2000" b="1" dirty="0">
                <a:latin typeface="Courier New" charset="0"/>
              </a:rPr>
              <a:t> 	  </a:t>
            </a:r>
            <a:r>
              <a:rPr lang="en-US" altLang="en-US" sz="2000" b="1" dirty="0">
                <a:solidFill>
                  <a:srgbClr val="A2C1FE"/>
                </a:solidFill>
                <a:latin typeface="Courier New" charset="0"/>
              </a:rPr>
              <a:t>return</a:t>
            </a:r>
            <a:r>
              <a:rPr lang="en-US" altLang="en-US" sz="2000" b="1" dirty="0">
                <a:latin typeface="Courier New" charset="0"/>
              </a:rPr>
              <a:t> 1;</a:t>
            </a:r>
          </a:p>
          <a:p>
            <a:pPr>
              <a:buClrTx/>
              <a:buSzTx/>
              <a:buFontTx/>
              <a:buNone/>
            </a:pPr>
            <a:r>
              <a:rPr lang="en-US" altLang="en-US" sz="2000" b="1" dirty="0">
                <a:latin typeface="Courier New" charset="0"/>
              </a:rPr>
              <a:t>	</a:t>
            </a:r>
            <a:r>
              <a:rPr lang="en-US" altLang="en-US" sz="2000" b="1" dirty="0">
                <a:solidFill>
                  <a:srgbClr val="A2C1FE"/>
                </a:solidFill>
                <a:latin typeface="Courier New" charset="0"/>
              </a:rPr>
              <a:t>else</a:t>
            </a:r>
            <a:endParaRPr lang="en-US" altLang="en-US" sz="2000" b="1" dirty="0">
              <a:latin typeface="Courier New" charset="0"/>
            </a:endParaRPr>
          </a:p>
          <a:p>
            <a:pPr>
              <a:buClrTx/>
              <a:buSzTx/>
              <a:buFontTx/>
              <a:buNone/>
            </a:pPr>
            <a:r>
              <a:rPr lang="en-US" altLang="en-US" sz="2000" b="1" dirty="0">
                <a:latin typeface="Courier New" charset="0"/>
              </a:rPr>
              <a:t>	  </a:t>
            </a:r>
            <a:r>
              <a:rPr lang="en-US" altLang="en-US" sz="2000" b="1" dirty="0">
                <a:solidFill>
                  <a:srgbClr val="A2C1FE"/>
                </a:solidFill>
                <a:latin typeface="Courier New" charset="0"/>
              </a:rPr>
              <a:t>return</a:t>
            </a:r>
            <a:r>
              <a:rPr lang="en-US" altLang="en-US" sz="2000" b="1" dirty="0">
                <a:latin typeface="Courier New" charset="0"/>
              </a:rPr>
              <a:t> numb*</a:t>
            </a:r>
            <a:r>
              <a:rPr lang="en-US" altLang="en-US" sz="2000" b="1" dirty="0" err="1">
                <a:latin typeface="Courier New" charset="0"/>
              </a:rPr>
              <a:t>fac</a:t>
            </a:r>
            <a:r>
              <a:rPr lang="en-US" altLang="en-US" sz="2000" b="1" dirty="0">
                <a:latin typeface="Courier New" charset="0"/>
              </a:rPr>
              <a:t>(numb-1);</a:t>
            </a:r>
          </a:p>
          <a:p>
            <a:pPr>
              <a:buClrTx/>
              <a:buSzTx/>
              <a:buFontTx/>
              <a:buNone/>
            </a:pPr>
            <a:r>
              <a:rPr lang="en-US" altLang="en-US" sz="2000" b="1" dirty="0">
                <a:latin typeface="Courier New" charset="0"/>
              </a:rPr>
              <a:t>}</a:t>
            </a:r>
            <a:endParaRPr lang="en-US" altLang="en-US" sz="2000" b="1" dirty="0"/>
          </a:p>
          <a:p>
            <a:pPr>
              <a:spcBef>
                <a:spcPct val="20000"/>
              </a:spcBef>
              <a:buFont typeface="Monotype Sorts" charset="2"/>
              <a:buNone/>
            </a:pPr>
            <a:endParaRPr lang="en-US" altLang="en-US" sz="1800" dirty="0">
              <a:latin typeface="Arial" charset="0"/>
            </a:endParaRPr>
          </a:p>
        </p:txBody>
      </p:sp>
      <p:sp>
        <p:nvSpPr>
          <p:cNvPr id="10" name="Line 5"/>
          <p:cNvSpPr>
            <a:spLocks noChangeShapeType="1"/>
          </p:cNvSpPr>
          <p:nvPr/>
        </p:nvSpPr>
        <p:spPr bwMode="auto">
          <a:xfrm>
            <a:off x="4787900" y="3035300"/>
            <a:ext cx="0" cy="3124200"/>
          </a:xfrm>
          <a:prstGeom prst="line">
            <a:avLst/>
          </a:prstGeom>
          <a:noFill/>
          <a:ln w="38100">
            <a:solidFill>
              <a:srgbClr val="FAFD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p>
        </p:txBody>
      </p:sp>
      <p:sp>
        <p:nvSpPr>
          <p:cNvPr id="11" name="Rectangle 10"/>
          <p:cNvSpPr/>
          <p:nvPr/>
        </p:nvSpPr>
        <p:spPr>
          <a:xfrm>
            <a:off x="80682" y="771898"/>
            <a:ext cx="8834718" cy="1255728"/>
          </a:xfrm>
          <a:prstGeom prst="rect">
            <a:avLst/>
          </a:prstGeom>
        </p:spPr>
        <p:txBody>
          <a:bodyPr wrap="square">
            <a:spAutoFit/>
          </a:bodyPr>
          <a:lstStyle/>
          <a:p>
            <a:pPr algn="just">
              <a:lnSpc>
                <a:spcPct val="90000"/>
              </a:lnSpc>
              <a:buFont typeface="Monotype Sorts" charset="2"/>
              <a:buNone/>
            </a:pPr>
            <a:r>
              <a:rPr lang="en-US" altLang="en-US" sz="2800" dirty="0"/>
              <a:t>For certain problems (such as the factorial function), a recursive solution often leads to short and elegant code. Compare the recursive solution with the </a:t>
            </a:r>
            <a:r>
              <a:rPr lang="en-US" altLang="en-US" sz="2800" dirty="0">
                <a:solidFill>
                  <a:srgbClr val="FF0000"/>
                </a:solidFill>
              </a:rPr>
              <a:t>iterative solution</a:t>
            </a:r>
            <a:r>
              <a:rPr lang="en-US" altLang="en-US" sz="2800" dirty="0"/>
              <a:t>:</a:t>
            </a:r>
          </a:p>
        </p:txBody>
      </p:sp>
    </p:spTree>
    <p:extLst>
      <p:ext uri="{BB962C8B-B14F-4D97-AF65-F5344CB8AC3E}">
        <p14:creationId xmlns:p14="http://schemas.microsoft.com/office/powerpoint/2010/main" val="366687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FBC1585-C671-4F90-AA0D-FD45AA239D02}" type="slidenum">
              <a:rPr lang="en-US" smtClean="0"/>
              <a:t>4</a:t>
            </a:fld>
            <a:endParaRPr lang="en-US"/>
          </a:p>
        </p:txBody>
      </p:sp>
      <p:sp>
        <p:nvSpPr>
          <p:cNvPr id="8" name="TextBox 7"/>
          <p:cNvSpPr txBox="1"/>
          <p:nvPr/>
        </p:nvSpPr>
        <p:spPr>
          <a:xfrm>
            <a:off x="80682" y="-26893"/>
            <a:ext cx="7591706" cy="584775"/>
          </a:xfrm>
          <a:prstGeom prst="rect">
            <a:avLst/>
          </a:prstGeom>
          <a:noFill/>
        </p:spPr>
        <p:txBody>
          <a:bodyPr wrap="square" rtlCol="0">
            <a:spAutoFit/>
          </a:bodyPr>
          <a:lstStyle/>
          <a:p>
            <a:r>
              <a:rPr lang="en-US" sz="3200" dirty="0">
                <a:solidFill>
                  <a:srgbClr val="FF0000"/>
                </a:solidFill>
              </a:rPr>
              <a:t>Recursion: Cost</a:t>
            </a:r>
          </a:p>
        </p:txBody>
      </p:sp>
      <p:sp>
        <p:nvSpPr>
          <p:cNvPr id="7" name="Rectangle 3"/>
          <p:cNvSpPr txBox="1">
            <a:spLocks noChangeArrowheads="1"/>
          </p:cNvSpPr>
          <p:nvPr/>
        </p:nvSpPr>
        <p:spPr>
          <a:xfrm>
            <a:off x="237666" y="557882"/>
            <a:ext cx="8769858" cy="441960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just">
              <a:lnSpc>
                <a:spcPct val="150000"/>
              </a:lnSpc>
              <a:buFont typeface="Wingdings" charset="2"/>
              <a:buChar char="ü"/>
            </a:pPr>
            <a:r>
              <a:rPr lang="en-US" altLang="en-US" dirty="0"/>
              <a:t>You have to pay a price for recursion:</a:t>
            </a:r>
          </a:p>
          <a:p>
            <a:pPr marL="800100" lvl="1" indent="-342900" algn="just">
              <a:lnSpc>
                <a:spcPct val="150000"/>
              </a:lnSpc>
              <a:buFont typeface="Wingdings" charset="2"/>
              <a:buChar char="Ø"/>
            </a:pPr>
            <a:r>
              <a:rPr lang="en-US" altLang="en-US" dirty="0"/>
              <a:t>Calling a function </a:t>
            </a:r>
            <a:r>
              <a:rPr lang="en-US" altLang="en-US" b="1" dirty="0">
                <a:solidFill>
                  <a:srgbClr val="FF0000"/>
                </a:solidFill>
              </a:rPr>
              <a:t>CONSUMES MORE TIME AND MEMORY</a:t>
            </a:r>
            <a:r>
              <a:rPr lang="en-US" altLang="en-US" dirty="0">
                <a:solidFill>
                  <a:srgbClr val="FF0000"/>
                </a:solidFill>
              </a:rPr>
              <a:t> </a:t>
            </a:r>
            <a:r>
              <a:rPr lang="en-US" altLang="en-US" dirty="0"/>
              <a:t>than adjusting a loop counter. </a:t>
            </a:r>
          </a:p>
          <a:p>
            <a:pPr marL="800100" lvl="1" indent="-342900" algn="just">
              <a:lnSpc>
                <a:spcPct val="150000"/>
              </a:lnSpc>
              <a:buFont typeface="Wingdings" charset="2"/>
              <a:buChar char="Ø"/>
            </a:pPr>
            <a:r>
              <a:rPr lang="en-US" altLang="en-US" dirty="0"/>
              <a:t>High performance applications (graphic action games, simulations of nuclear explosions) hardly ever use recursion.</a:t>
            </a:r>
          </a:p>
          <a:p>
            <a:pPr marL="342900" indent="-342900" algn="just">
              <a:lnSpc>
                <a:spcPct val="150000"/>
              </a:lnSpc>
              <a:buFont typeface="Wingdings" charset="2"/>
              <a:buChar char="ü"/>
            </a:pPr>
            <a:r>
              <a:rPr lang="en-US" altLang="en-US" dirty="0"/>
              <a:t>In </a:t>
            </a:r>
            <a:r>
              <a:rPr lang="en-US" altLang="en-US" b="1" dirty="0"/>
              <a:t>LESS DEMANDING APPLICATIONS</a:t>
            </a:r>
            <a:r>
              <a:rPr lang="en-US" altLang="en-US" dirty="0"/>
              <a:t> recursion is an attractive alternative for iteration.</a:t>
            </a:r>
          </a:p>
        </p:txBody>
      </p:sp>
    </p:spTree>
    <p:extLst>
      <p:ext uri="{BB962C8B-B14F-4D97-AF65-F5344CB8AC3E}">
        <p14:creationId xmlns:p14="http://schemas.microsoft.com/office/powerpoint/2010/main" val="2732607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FBC1585-C671-4F90-AA0D-FD45AA239D02}" type="slidenum">
              <a:rPr lang="en-US" smtClean="0"/>
              <a:t>5</a:t>
            </a:fld>
            <a:endParaRPr lang="en-US"/>
          </a:p>
        </p:txBody>
      </p:sp>
      <p:sp>
        <p:nvSpPr>
          <p:cNvPr id="8" name="TextBox 7"/>
          <p:cNvSpPr txBox="1"/>
          <p:nvPr/>
        </p:nvSpPr>
        <p:spPr>
          <a:xfrm>
            <a:off x="80682" y="-26893"/>
            <a:ext cx="7791731" cy="584775"/>
          </a:xfrm>
          <a:prstGeom prst="rect">
            <a:avLst/>
          </a:prstGeom>
          <a:noFill/>
        </p:spPr>
        <p:txBody>
          <a:bodyPr wrap="square" rtlCol="0">
            <a:spAutoFit/>
          </a:bodyPr>
          <a:lstStyle/>
          <a:p>
            <a:r>
              <a:rPr lang="en-US" sz="3200" dirty="0">
                <a:solidFill>
                  <a:srgbClr val="FF0000"/>
                </a:solidFill>
              </a:rPr>
              <a:t>Recursion: Precautions</a:t>
            </a:r>
          </a:p>
        </p:txBody>
      </p:sp>
      <p:sp>
        <p:nvSpPr>
          <p:cNvPr id="5" name="Rectangle 4"/>
          <p:cNvSpPr/>
          <p:nvPr/>
        </p:nvSpPr>
        <p:spPr>
          <a:xfrm>
            <a:off x="80682" y="682892"/>
            <a:ext cx="8926842" cy="2308324"/>
          </a:xfrm>
          <a:prstGeom prst="rect">
            <a:avLst/>
          </a:prstGeom>
        </p:spPr>
        <p:txBody>
          <a:bodyPr wrap="square">
            <a:spAutoFit/>
          </a:bodyPr>
          <a:lstStyle/>
          <a:p>
            <a:pPr>
              <a:lnSpc>
                <a:spcPct val="150000"/>
              </a:lnSpc>
              <a:buFont typeface="Monotype Sorts" charset="2"/>
              <a:buNone/>
            </a:pPr>
            <a:r>
              <a:rPr lang="en-US" altLang="en-US" sz="2400" dirty="0"/>
              <a:t>You must always make sure that the recursion </a:t>
            </a:r>
            <a:r>
              <a:rPr lang="en-US" altLang="en-US" sz="2400" i="1" dirty="0"/>
              <a:t>bottoms out</a:t>
            </a:r>
            <a:r>
              <a:rPr lang="en-US" altLang="en-US" sz="2400" dirty="0"/>
              <a:t>:</a:t>
            </a:r>
          </a:p>
          <a:p>
            <a:pPr marL="342900" indent="-342900" algn="just">
              <a:lnSpc>
                <a:spcPct val="150000"/>
              </a:lnSpc>
              <a:buFont typeface="Wingdings" charset="2"/>
              <a:buChar char="Ø"/>
            </a:pPr>
            <a:r>
              <a:rPr lang="en-US" altLang="en-US" sz="2400" dirty="0"/>
              <a:t>A recursive function must contain </a:t>
            </a:r>
            <a:r>
              <a:rPr lang="en-US" altLang="en-US" sz="2400" dirty="0">
                <a:solidFill>
                  <a:srgbClr val="0000CC"/>
                </a:solidFill>
              </a:rPr>
              <a:t>at least one non-recursive branch.</a:t>
            </a:r>
          </a:p>
          <a:p>
            <a:pPr marL="342900" indent="-342900">
              <a:lnSpc>
                <a:spcPct val="150000"/>
              </a:lnSpc>
              <a:buFont typeface="Wingdings" charset="2"/>
              <a:buChar char="Ø"/>
            </a:pPr>
            <a:r>
              <a:rPr lang="en-US" altLang="en-US" sz="2400" dirty="0"/>
              <a:t>The recursive calls must eventually lead to a non-recursive branch.</a:t>
            </a:r>
          </a:p>
        </p:txBody>
      </p:sp>
      <p:sp>
        <p:nvSpPr>
          <p:cNvPr id="9" name="Text Box 4"/>
          <p:cNvSpPr txBox="1">
            <a:spLocks noChangeArrowheads="1"/>
          </p:cNvSpPr>
          <p:nvPr/>
        </p:nvSpPr>
        <p:spPr bwMode="auto">
          <a:xfrm>
            <a:off x="2165350" y="3923017"/>
            <a:ext cx="4946650"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marL="342900" indent="-342900" algn="l">
              <a:spcBef>
                <a:spcPct val="0"/>
              </a:spcBef>
              <a:defRPr sz="2400">
                <a:solidFill>
                  <a:schemeClr val="tx1"/>
                </a:solidFill>
                <a:latin typeface="Times New Roman" charset="0"/>
              </a:defRPr>
            </a:lvl1pPr>
            <a:lvl2pPr marL="742950" indent="-285750" algn="l">
              <a:spcBef>
                <a:spcPct val="0"/>
              </a:spcBef>
              <a:defRPr sz="2400">
                <a:solidFill>
                  <a:schemeClr val="tx1"/>
                </a:solidFill>
                <a:latin typeface="Times New Roman" charset="0"/>
              </a:defRPr>
            </a:lvl2pPr>
            <a:lvl3pPr marL="1143000" indent="-228600" algn="l">
              <a:spcBef>
                <a:spcPct val="0"/>
              </a:spcBef>
              <a:defRPr sz="2400">
                <a:solidFill>
                  <a:schemeClr val="tx1"/>
                </a:solidFill>
                <a:latin typeface="Times New Roman" charset="0"/>
              </a:defRPr>
            </a:lvl3pPr>
            <a:lvl4pPr marL="1600200" indent="-228600" algn="l">
              <a:spcBef>
                <a:spcPct val="0"/>
              </a:spcBef>
              <a:defRPr sz="2400">
                <a:solidFill>
                  <a:schemeClr val="tx1"/>
                </a:solidFill>
                <a:latin typeface="Times New Roman" charset="0"/>
              </a:defRPr>
            </a:lvl4pPr>
            <a:lvl5pPr marL="2057400" indent="-228600" algn="l">
              <a:spcBef>
                <a:spcPct val="0"/>
              </a:spcBef>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pPr>
              <a:buClrTx/>
              <a:buSzTx/>
              <a:buFontTx/>
              <a:buNone/>
            </a:pPr>
            <a:r>
              <a:rPr lang="en-US" altLang="en-US" sz="2000" dirty="0" err="1">
                <a:solidFill>
                  <a:srgbClr val="A2C1FE"/>
                </a:solidFill>
                <a:latin typeface="Courier New" charset="0"/>
              </a:rPr>
              <a:t>int</a:t>
            </a:r>
            <a:r>
              <a:rPr lang="en-US" altLang="en-US" sz="2000" dirty="0">
                <a:latin typeface="Courier New" charset="0"/>
              </a:rPr>
              <a:t> </a:t>
            </a:r>
            <a:r>
              <a:rPr lang="en-US" altLang="en-US" sz="2000" dirty="0" err="1">
                <a:latin typeface="Courier New" charset="0"/>
              </a:rPr>
              <a:t>fac</a:t>
            </a:r>
            <a:r>
              <a:rPr lang="en-US" altLang="en-US" sz="2000" dirty="0">
                <a:latin typeface="Courier New" charset="0"/>
              </a:rPr>
              <a:t>(</a:t>
            </a:r>
            <a:r>
              <a:rPr lang="en-US" altLang="en-US" sz="2000" dirty="0" err="1">
                <a:solidFill>
                  <a:srgbClr val="A2C1FE"/>
                </a:solidFill>
                <a:latin typeface="Courier New" charset="0"/>
              </a:rPr>
              <a:t>int</a:t>
            </a:r>
            <a:r>
              <a:rPr lang="en-US" altLang="en-US" sz="2000" dirty="0">
                <a:latin typeface="Courier New" charset="0"/>
              </a:rPr>
              <a:t> numb){</a:t>
            </a:r>
          </a:p>
          <a:p>
            <a:pPr>
              <a:buClrTx/>
              <a:buSzTx/>
              <a:buFontTx/>
              <a:buNone/>
            </a:pPr>
            <a:r>
              <a:rPr lang="en-US" altLang="en-US" sz="2000" dirty="0">
                <a:latin typeface="Courier New" charset="0"/>
              </a:rPr>
              <a:t>	</a:t>
            </a:r>
            <a:r>
              <a:rPr lang="en-US" altLang="en-US" sz="2000" dirty="0">
                <a:solidFill>
                  <a:srgbClr val="A2C1FE"/>
                </a:solidFill>
                <a:latin typeface="Courier New" charset="0"/>
              </a:rPr>
              <a:t>if</a:t>
            </a:r>
            <a:r>
              <a:rPr lang="en-US" altLang="en-US" sz="2000" dirty="0">
                <a:latin typeface="Courier New" charset="0"/>
              </a:rPr>
              <a:t>(numb&lt;=1)</a:t>
            </a:r>
          </a:p>
          <a:p>
            <a:pPr>
              <a:buClrTx/>
              <a:buSzTx/>
              <a:buFontTx/>
              <a:buNone/>
            </a:pPr>
            <a:r>
              <a:rPr lang="en-US" altLang="en-US" sz="2000" dirty="0">
                <a:latin typeface="Courier New" charset="0"/>
              </a:rPr>
              <a:t> 	   </a:t>
            </a:r>
            <a:r>
              <a:rPr lang="en-US" altLang="en-US" sz="2000" b="1" dirty="0">
                <a:solidFill>
                  <a:schemeClr val="accent6">
                    <a:lumMod val="75000"/>
                  </a:schemeClr>
                </a:solidFill>
                <a:latin typeface="Courier New" charset="0"/>
              </a:rPr>
              <a:t>return</a:t>
            </a:r>
            <a:r>
              <a:rPr lang="en-US" altLang="en-US" sz="2000" dirty="0">
                <a:latin typeface="Courier New" charset="0"/>
              </a:rPr>
              <a:t> 1;</a:t>
            </a:r>
          </a:p>
          <a:p>
            <a:pPr>
              <a:buClrTx/>
              <a:buSzTx/>
              <a:buFontTx/>
              <a:buNone/>
            </a:pPr>
            <a:r>
              <a:rPr lang="en-US" altLang="en-US" sz="2000" dirty="0">
                <a:latin typeface="Courier New" charset="0"/>
              </a:rPr>
              <a:t>	</a:t>
            </a:r>
            <a:r>
              <a:rPr lang="en-US" altLang="en-US" sz="2000" dirty="0">
                <a:solidFill>
                  <a:srgbClr val="A2C1FE"/>
                </a:solidFill>
                <a:latin typeface="Courier New" charset="0"/>
              </a:rPr>
              <a:t>else</a:t>
            </a:r>
            <a:endParaRPr lang="en-US" altLang="en-US" sz="2000" dirty="0">
              <a:latin typeface="Courier New" charset="0"/>
            </a:endParaRPr>
          </a:p>
          <a:p>
            <a:pPr>
              <a:buClrTx/>
              <a:buSzTx/>
              <a:buFontTx/>
              <a:buNone/>
            </a:pPr>
            <a:r>
              <a:rPr lang="en-US" altLang="en-US" sz="2000" dirty="0">
                <a:latin typeface="Courier New" charset="0"/>
              </a:rPr>
              <a:t>	   </a:t>
            </a:r>
            <a:r>
              <a:rPr lang="en-US" altLang="en-US" sz="2000" b="1" dirty="0">
                <a:solidFill>
                  <a:schemeClr val="accent6">
                    <a:lumMod val="75000"/>
                  </a:schemeClr>
                </a:solidFill>
                <a:latin typeface="Courier New" charset="0"/>
              </a:rPr>
              <a:t>return</a:t>
            </a:r>
            <a:r>
              <a:rPr lang="en-US" altLang="en-US" sz="2000" dirty="0">
                <a:latin typeface="Courier New" charset="0"/>
              </a:rPr>
              <a:t> numb * </a:t>
            </a:r>
            <a:r>
              <a:rPr lang="en-US" altLang="en-US" sz="2000" dirty="0" err="1">
                <a:latin typeface="Courier New" charset="0"/>
              </a:rPr>
              <a:t>fac</a:t>
            </a:r>
            <a:r>
              <a:rPr lang="en-US" altLang="en-US" sz="2000" dirty="0">
                <a:latin typeface="Courier New" charset="0"/>
              </a:rPr>
              <a:t>(numb-1);</a:t>
            </a:r>
          </a:p>
          <a:p>
            <a:pPr>
              <a:buClrTx/>
              <a:buSzTx/>
              <a:buFontTx/>
              <a:buNone/>
            </a:pPr>
            <a:r>
              <a:rPr lang="en-US" altLang="en-US" sz="2000" dirty="0">
                <a:latin typeface="Courier New" charset="0"/>
              </a:rPr>
              <a:t>}</a:t>
            </a:r>
            <a:endParaRPr lang="en-US" altLang="en-US" sz="2000" dirty="0">
              <a:latin typeface="Arial" charset="0"/>
            </a:endParaRPr>
          </a:p>
        </p:txBody>
      </p:sp>
      <p:sp>
        <p:nvSpPr>
          <p:cNvPr id="10" name="Rectangle 5"/>
          <p:cNvSpPr>
            <a:spLocks noChangeArrowheads="1"/>
          </p:cNvSpPr>
          <p:nvPr/>
        </p:nvSpPr>
        <p:spPr bwMode="auto">
          <a:xfrm>
            <a:off x="2082800" y="3923017"/>
            <a:ext cx="5029200" cy="2057400"/>
          </a:xfrm>
          <a:prstGeom prst="rect">
            <a:avLst/>
          </a:prstGeom>
          <a:noFill/>
          <a:ln w="57150">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rgbClr val="FF0000"/>
              </a:solidFill>
            </a:endParaRPr>
          </a:p>
        </p:txBody>
      </p:sp>
      <p:sp>
        <p:nvSpPr>
          <p:cNvPr id="11" name="Rectangle 15"/>
          <p:cNvSpPr>
            <a:spLocks noChangeArrowheads="1"/>
          </p:cNvSpPr>
          <p:nvPr/>
        </p:nvSpPr>
        <p:spPr bwMode="auto">
          <a:xfrm>
            <a:off x="2540000" y="4304017"/>
            <a:ext cx="1828800" cy="304800"/>
          </a:xfrm>
          <a:prstGeom prst="rect">
            <a:avLst/>
          </a:prstGeom>
          <a:noFill/>
          <a:ln w="38100">
            <a:solidFill>
              <a:schemeClr val="accent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Tree>
    <p:extLst>
      <p:ext uri="{BB962C8B-B14F-4D97-AF65-F5344CB8AC3E}">
        <p14:creationId xmlns:p14="http://schemas.microsoft.com/office/powerpoint/2010/main" val="1374177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FBC1585-C671-4F90-AA0D-FD45AA239D02}" type="slidenum">
              <a:rPr lang="en-US" smtClean="0"/>
              <a:t>6</a:t>
            </a:fld>
            <a:endParaRPr lang="en-US"/>
          </a:p>
        </p:txBody>
      </p:sp>
      <p:sp>
        <p:nvSpPr>
          <p:cNvPr id="8" name="TextBox 7"/>
          <p:cNvSpPr txBox="1"/>
          <p:nvPr/>
        </p:nvSpPr>
        <p:spPr>
          <a:xfrm>
            <a:off x="80682" y="-26893"/>
            <a:ext cx="7909999" cy="584775"/>
          </a:xfrm>
          <a:prstGeom prst="rect">
            <a:avLst/>
          </a:prstGeom>
          <a:noFill/>
        </p:spPr>
        <p:txBody>
          <a:bodyPr wrap="square" rtlCol="0">
            <a:spAutoFit/>
          </a:bodyPr>
          <a:lstStyle/>
          <a:p>
            <a:r>
              <a:rPr lang="en-US" sz="3200" dirty="0">
                <a:solidFill>
                  <a:srgbClr val="FF0000"/>
                </a:solidFill>
              </a:rPr>
              <a:t>Recursion: Function</a:t>
            </a:r>
          </a:p>
        </p:txBody>
      </p:sp>
      <p:sp>
        <p:nvSpPr>
          <p:cNvPr id="7" name="Rectangle 2"/>
          <p:cNvSpPr txBox="1">
            <a:spLocks noChangeArrowheads="1"/>
          </p:cNvSpPr>
          <p:nvPr/>
        </p:nvSpPr>
        <p:spPr>
          <a:xfrm>
            <a:off x="0" y="381000"/>
            <a:ext cx="9144000" cy="990600"/>
          </a:xfrm>
          <a:prstGeom prst="rect">
            <a:avLst/>
          </a:prstGeom>
          <a:no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altLang="en-US" sz="2800" b="1">
                <a:latin typeface="Arial" charset="0"/>
              </a:rPr>
              <a:t>How many pairs of rabbits can be produced from a single pair in a year's time? </a:t>
            </a:r>
          </a:p>
        </p:txBody>
      </p:sp>
      <p:sp>
        <p:nvSpPr>
          <p:cNvPr id="9" name="Rectangle 3"/>
          <p:cNvSpPr txBox="1">
            <a:spLocks noChangeArrowheads="1"/>
          </p:cNvSpPr>
          <p:nvPr/>
        </p:nvSpPr>
        <p:spPr>
          <a:xfrm>
            <a:off x="0" y="1524000"/>
            <a:ext cx="9144000" cy="4724400"/>
          </a:xfrm>
          <a:prstGeom prst="rect">
            <a:avLst/>
          </a:prstGeom>
          <a:noFill/>
          <a:ln/>
        </p:spPr>
        <p:txBody>
          <a:bodyPr vert="horz" lIns="91440" tIns="45720" rIns="91440" bIns="4572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altLang="en-US" b="1" dirty="0"/>
              <a:t>Assumptions:</a:t>
            </a:r>
          </a:p>
          <a:p>
            <a:pPr marL="800100" lvl="1" indent="-342900" algn="just">
              <a:buFont typeface="Courier New" charset="0"/>
              <a:buChar char="o"/>
            </a:pPr>
            <a:r>
              <a:rPr lang="en-US" altLang="en-US" sz="2400" dirty="0"/>
              <a:t>Each pair of rabbits produces a new pair of offspring every month; </a:t>
            </a:r>
          </a:p>
          <a:p>
            <a:pPr marL="800100" lvl="1" indent="-342900" algn="just">
              <a:buFont typeface="Courier New" charset="0"/>
              <a:buChar char="o"/>
            </a:pPr>
            <a:r>
              <a:rPr lang="en-US" altLang="en-US" sz="2400" dirty="0"/>
              <a:t>each new pair becomes fertile at the age of one month; </a:t>
            </a:r>
          </a:p>
          <a:p>
            <a:pPr marL="800100" lvl="1" indent="-342900" algn="just">
              <a:buFont typeface="Courier New" charset="0"/>
              <a:buChar char="o"/>
            </a:pPr>
            <a:r>
              <a:rPr lang="en-US" altLang="en-US" sz="2400" dirty="0"/>
              <a:t>none of the rabbits dies in that year.</a:t>
            </a:r>
          </a:p>
          <a:p>
            <a:pPr lvl="1" algn="just"/>
            <a:endParaRPr lang="en-US" altLang="en-US" dirty="0"/>
          </a:p>
          <a:p>
            <a:pPr lvl="1" algn="just"/>
            <a:endParaRPr lang="en-US" altLang="en-US" dirty="0"/>
          </a:p>
          <a:p>
            <a:pPr lvl="1" algn="just"/>
            <a:endParaRPr lang="en-US" altLang="en-US" dirty="0"/>
          </a:p>
          <a:p>
            <a:pPr algn="just"/>
            <a:r>
              <a:rPr lang="en-US" altLang="en-US" b="1" dirty="0"/>
              <a:t>Example:</a:t>
            </a:r>
          </a:p>
          <a:p>
            <a:pPr marL="800100" lvl="1" indent="-342900" algn="just">
              <a:buFont typeface="Wingdings" charset="2"/>
              <a:buChar char="§"/>
            </a:pPr>
            <a:r>
              <a:rPr lang="en-US" altLang="en-US" sz="2400" dirty="0"/>
              <a:t>After 1 month there will be 2 pairs of rabbits; </a:t>
            </a:r>
          </a:p>
          <a:p>
            <a:pPr marL="800100" lvl="1" indent="-342900" algn="just">
              <a:buFont typeface="Wingdings" charset="2"/>
              <a:buChar char="§"/>
            </a:pPr>
            <a:r>
              <a:rPr lang="en-US" altLang="en-US" sz="2400" dirty="0"/>
              <a:t>after 2 months, there will be 3 pairs; </a:t>
            </a:r>
          </a:p>
          <a:p>
            <a:pPr marL="800100" lvl="1" indent="-342900" algn="just">
              <a:buFont typeface="Wingdings" charset="2"/>
              <a:buChar char="§"/>
            </a:pPr>
            <a:r>
              <a:rPr lang="en-US" altLang="en-US" sz="2400" dirty="0"/>
              <a:t>after 3 months, there will be 5 pairs (since the following month the original pair and the pair born during the first month will both produce a new pair and there will be 5 in all).</a:t>
            </a:r>
            <a:endParaRPr lang="en-US" altLang="en-US" sz="1800" b="1" dirty="0">
              <a:latin typeface="Courier New" charset="0"/>
            </a:endParaRPr>
          </a:p>
        </p:txBody>
      </p:sp>
      <p:pic>
        <p:nvPicPr>
          <p:cNvPr id="10" name="Picture 4" descr="pe01682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37363" y="2667000"/>
            <a:ext cx="2306637" cy="2255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8707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anim calcmode="lin" valueType="num">
                                      <p:cBhvr additive="base">
                                        <p:cTn id="11"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anim calcmode="lin" valueType="num">
                                      <p:cBhvr additive="base">
                                        <p:cTn id="15"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9">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anim calcmode="lin" valueType="num">
                                      <p:cBhvr additive="base">
                                        <p:cTn id="19"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
                                            <p:txEl>
                                              <p:pRg st="7" end="7"/>
                                            </p:txEl>
                                          </p:spTgt>
                                        </p:tgtEl>
                                        <p:attrNameLst>
                                          <p:attrName>style.visibility</p:attrName>
                                        </p:attrNameLst>
                                      </p:cBhvr>
                                      <p:to>
                                        <p:strVal val="visible"/>
                                      </p:to>
                                    </p:set>
                                    <p:anim calcmode="lin" valueType="num">
                                      <p:cBhvr additive="base">
                                        <p:cTn id="25" dur="500" fill="hold"/>
                                        <p:tgtEl>
                                          <p:spTgt spid="9">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9">
                                            <p:txEl>
                                              <p:pRg st="8" end="8"/>
                                            </p:txEl>
                                          </p:spTgt>
                                        </p:tgtEl>
                                        <p:attrNameLst>
                                          <p:attrName>style.visibility</p:attrName>
                                        </p:attrNameLst>
                                      </p:cBhvr>
                                      <p:to>
                                        <p:strVal val="visible"/>
                                      </p:to>
                                    </p:set>
                                    <p:anim calcmode="lin" valueType="num">
                                      <p:cBhvr additive="base">
                                        <p:cTn id="31" dur="500" fill="hold"/>
                                        <p:tgtEl>
                                          <p:spTgt spid="9">
                                            <p:txEl>
                                              <p:pRg st="8" end="8"/>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9">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9">
                                            <p:txEl>
                                              <p:pRg st="9" end="9"/>
                                            </p:txEl>
                                          </p:spTgt>
                                        </p:tgtEl>
                                        <p:attrNameLst>
                                          <p:attrName>style.visibility</p:attrName>
                                        </p:attrNameLst>
                                      </p:cBhvr>
                                      <p:to>
                                        <p:strVal val="visible"/>
                                      </p:to>
                                    </p:set>
                                    <p:anim calcmode="lin" valueType="num">
                                      <p:cBhvr additive="base">
                                        <p:cTn id="37" dur="500" fill="hold"/>
                                        <p:tgtEl>
                                          <p:spTgt spid="9">
                                            <p:txEl>
                                              <p:pRg st="9" end="9"/>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9">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9">
                                            <p:txEl>
                                              <p:pRg st="10" end="10"/>
                                            </p:txEl>
                                          </p:spTgt>
                                        </p:tgtEl>
                                        <p:attrNameLst>
                                          <p:attrName>style.visibility</p:attrName>
                                        </p:attrNameLst>
                                      </p:cBhvr>
                                      <p:to>
                                        <p:strVal val="visible"/>
                                      </p:to>
                                    </p:set>
                                    <p:anim calcmode="lin" valueType="num">
                                      <p:cBhvr additive="base">
                                        <p:cTn id="43" dur="500" fill="hold"/>
                                        <p:tgtEl>
                                          <p:spTgt spid="9">
                                            <p:txEl>
                                              <p:pRg st="10" end="10"/>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9">
                                            <p:txEl>
                                              <p:pRg st="10" end="1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FBC1585-C671-4F90-AA0D-FD45AA239D02}" type="slidenum">
              <a:rPr lang="en-US" smtClean="0"/>
              <a:t>7</a:t>
            </a:fld>
            <a:endParaRPr lang="en-US"/>
          </a:p>
        </p:txBody>
      </p:sp>
      <p:sp>
        <p:nvSpPr>
          <p:cNvPr id="8" name="TextBox 7"/>
          <p:cNvSpPr txBox="1"/>
          <p:nvPr/>
        </p:nvSpPr>
        <p:spPr>
          <a:xfrm>
            <a:off x="80682" y="-26893"/>
            <a:ext cx="7706006" cy="584775"/>
          </a:xfrm>
          <a:prstGeom prst="rect">
            <a:avLst/>
          </a:prstGeom>
          <a:noFill/>
        </p:spPr>
        <p:txBody>
          <a:bodyPr wrap="square" rtlCol="0">
            <a:spAutoFit/>
          </a:bodyPr>
          <a:lstStyle/>
          <a:p>
            <a:r>
              <a:rPr lang="en-US" sz="3200" dirty="0">
                <a:solidFill>
                  <a:srgbClr val="FF0000"/>
                </a:solidFill>
              </a:rPr>
              <a:t>Recursion: Function</a:t>
            </a:r>
          </a:p>
        </p:txBody>
      </p:sp>
      <p:sp>
        <p:nvSpPr>
          <p:cNvPr id="7" name="Rectangle 2"/>
          <p:cNvSpPr txBox="1">
            <a:spLocks noChangeArrowheads="1"/>
          </p:cNvSpPr>
          <p:nvPr/>
        </p:nvSpPr>
        <p:spPr>
          <a:xfrm>
            <a:off x="0" y="304800"/>
            <a:ext cx="9144000" cy="698500"/>
          </a:xfrm>
          <a:prstGeom prst="rect">
            <a:avLst/>
          </a:prstGeom>
          <a:no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altLang="en-US" sz="3600" b="1">
                <a:latin typeface="Arial" charset="0"/>
              </a:rPr>
              <a:t>Population Growth in Nature</a:t>
            </a:r>
          </a:p>
        </p:txBody>
      </p:sp>
      <p:sp>
        <p:nvSpPr>
          <p:cNvPr id="9" name="Rectangle 3"/>
          <p:cNvSpPr txBox="1">
            <a:spLocks noChangeArrowheads="1"/>
          </p:cNvSpPr>
          <p:nvPr/>
        </p:nvSpPr>
        <p:spPr>
          <a:xfrm>
            <a:off x="0" y="1805358"/>
            <a:ext cx="9144000" cy="5029200"/>
          </a:xfrm>
          <a:prstGeom prst="rect">
            <a:avLst/>
          </a:prstGeom>
          <a:noFill/>
          <a:ln/>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endParaRPr lang="en-US" altLang="en-US" dirty="0"/>
          </a:p>
          <a:p>
            <a:pPr algn="just"/>
            <a:endParaRPr lang="en-US" altLang="en-US" dirty="0"/>
          </a:p>
          <a:p>
            <a:pPr algn="just"/>
            <a:endParaRPr lang="en-US" altLang="en-US" dirty="0"/>
          </a:p>
          <a:p>
            <a:pPr algn="just"/>
            <a:endParaRPr lang="en-US" altLang="en-US" dirty="0"/>
          </a:p>
          <a:p>
            <a:pPr algn="just"/>
            <a:endParaRPr lang="en-US" altLang="en-US" dirty="0"/>
          </a:p>
          <a:p>
            <a:pPr algn="just"/>
            <a:endParaRPr lang="en-US" altLang="en-US" dirty="0"/>
          </a:p>
          <a:p>
            <a:pPr algn="just"/>
            <a:endParaRPr lang="en-US" altLang="en-US" dirty="0"/>
          </a:p>
          <a:p>
            <a:pPr marL="342900" indent="-342900" algn="just">
              <a:buFont typeface="Wingdings" charset="2"/>
              <a:buChar char="ü"/>
            </a:pPr>
            <a:r>
              <a:rPr lang="en-US" altLang="en-US" dirty="0"/>
              <a:t>Leonardo Pisano (Leonardo Fibonacci, son of </a:t>
            </a:r>
            <a:r>
              <a:rPr lang="en-US" altLang="en-US" dirty="0" err="1"/>
              <a:t>Bonaccio</a:t>
            </a:r>
            <a:r>
              <a:rPr lang="en-US" altLang="en-US" dirty="0"/>
              <a:t>) proposed the (Fibonacci) sequence in 1202 in </a:t>
            </a:r>
            <a:r>
              <a:rPr lang="en-US" altLang="en-US" i="1" dirty="0"/>
              <a:t>The Book of the Abacus</a:t>
            </a:r>
            <a:r>
              <a:rPr lang="en-US" altLang="en-US" dirty="0"/>
              <a:t>.</a:t>
            </a:r>
          </a:p>
          <a:p>
            <a:pPr marL="342900" indent="-342900" algn="just">
              <a:buFont typeface="Wingdings" charset="2"/>
              <a:buChar char="ü"/>
            </a:pPr>
            <a:r>
              <a:rPr lang="en-US" altLang="en-US" dirty="0"/>
              <a:t>Fibonacci numbers are believed to model nature to a certain extent, such as </a:t>
            </a:r>
            <a:r>
              <a:rPr lang="en-US" altLang="en-US" dirty="0" err="1"/>
              <a:t>Kepler's</a:t>
            </a:r>
            <a:r>
              <a:rPr lang="en-US" altLang="en-US" dirty="0"/>
              <a:t> observation of leaves and flowers in 1611.</a:t>
            </a:r>
          </a:p>
        </p:txBody>
      </p:sp>
      <p:pic>
        <p:nvPicPr>
          <p:cNvPr id="10" name="Picture 4" descr="fib-rabbi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7159" y="1092230"/>
            <a:ext cx="4596877" cy="3644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3571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7" end="7"/>
                                            </p:txEl>
                                          </p:spTgt>
                                        </p:tgtEl>
                                        <p:attrNameLst>
                                          <p:attrName>style.visibility</p:attrName>
                                        </p:attrNameLst>
                                      </p:cBhvr>
                                      <p:to>
                                        <p:strVal val="visible"/>
                                      </p:to>
                                    </p:set>
                                    <p:anim calcmode="lin" valueType="num">
                                      <p:cBhvr additive="base">
                                        <p:cTn id="7" dur="500" fill="hold"/>
                                        <p:tgtEl>
                                          <p:spTgt spid="9">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xEl>
                                              <p:pRg st="8" end="8"/>
                                            </p:txEl>
                                          </p:spTgt>
                                        </p:tgtEl>
                                        <p:attrNameLst>
                                          <p:attrName>style.visibility</p:attrName>
                                        </p:attrNameLst>
                                      </p:cBhvr>
                                      <p:to>
                                        <p:strVal val="visible"/>
                                      </p:to>
                                    </p:set>
                                    <p:anim calcmode="lin" valueType="num">
                                      <p:cBhvr additive="base">
                                        <p:cTn id="13" dur="500" fill="hold"/>
                                        <p:tgtEl>
                                          <p:spTgt spid="9">
                                            <p:txEl>
                                              <p:pRg st="8" end="8"/>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FBC1585-C671-4F90-AA0D-FD45AA239D02}" type="slidenum">
              <a:rPr lang="en-US" smtClean="0"/>
              <a:t>8</a:t>
            </a:fld>
            <a:endParaRPr lang="en-US"/>
          </a:p>
        </p:txBody>
      </p:sp>
      <p:sp>
        <p:nvSpPr>
          <p:cNvPr id="8" name="TextBox 7"/>
          <p:cNvSpPr txBox="1"/>
          <p:nvPr/>
        </p:nvSpPr>
        <p:spPr>
          <a:xfrm>
            <a:off x="80682" y="-26893"/>
            <a:ext cx="7963181" cy="584775"/>
          </a:xfrm>
          <a:prstGeom prst="rect">
            <a:avLst/>
          </a:prstGeom>
          <a:noFill/>
        </p:spPr>
        <p:txBody>
          <a:bodyPr wrap="square" rtlCol="0">
            <a:spAutoFit/>
          </a:bodyPr>
          <a:lstStyle/>
          <a:p>
            <a:r>
              <a:rPr lang="en-US" sz="3200" dirty="0">
                <a:solidFill>
                  <a:srgbClr val="FF0000"/>
                </a:solidFill>
              </a:rPr>
              <a:t>Recursion: Function</a:t>
            </a:r>
          </a:p>
        </p:txBody>
      </p:sp>
      <p:sp>
        <p:nvSpPr>
          <p:cNvPr id="7" name="Rectangle 2"/>
          <p:cNvSpPr txBox="1">
            <a:spLocks noChangeArrowheads="1"/>
          </p:cNvSpPr>
          <p:nvPr/>
        </p:nvSpPr>
        <p:spPr>
          <a:xfrm>
            <a:off x="190500" y="228600"/>
            <a:ext cx="8299450" cy="1143000"/>
          </a:xfrm>
          <a:prstGeom prst="rect">
            <a:avLst/>
          </a:prstGeom>
          <a:noFill/>
          <a:ln/>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altLang="en-US"/>
              <a:t>Direct Computation Method </a:t>
            </a:r>
            <a:endParaRPr lang="en-US" altLang="en-US" sz="4000"/>
          </a:p>
        </p:txBody>
      </p:sp>
      <p:sp>
        <p:nvSpPr>
          <p:cNvPr id="9" name="Rectangle 3"/>
          <p:cNvSpPr txBox="1">
            <a:spLocks noChangeArrowheads="1"/>
          </p:cNvSpPr>
          <p:nvPr/>
        </p:nvSpPr>
        <p:spPr>
          <a:xfrm>
            <a:off x="190500" y="1524000"/>
            <a:ext cx="8648700" cy="5105400"/>
          </a:xfrm>
          <a:prstGeom prst="rect">
            <a:avLst/>
          </a:prstGeom>
          <a:noFill/>
          <a:ln/>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altLang="en-US" sz="3200" dirty="0">
                <a:hlinkClick r:id="rId2"/>
              </a:rPr>
              <a:t>Fibonacci numbers</a:t>
            </a:r>
            <a:r>
              <a:rPr lang="en-US" altLang="en-US" sz="3200" dirty="0"/>
              <a:t>:	</a:t>
            </a:r>
          </a:p>
          <a:p>
            <a:pPr lvl="1" algn="just">
              <a:buFont typeface="Monotype Sorts" charset="2"/>
              <a:buNone/>
            </a:pPr>
            <a:r>
              <a:rPr lang="en-US" altLang="en-US" b="1" dirty="0">
                <a:latin typeface="Courier New" charset="0"/>
              </a:rPr>
              <a:t>0, 1, 1, 2, 3, 5, 8, 13, 21, 34, ... </a:t>
            </a:r>
          </a:p>
          <a:p>
            <a:pPr algn="just">
              <a:buFont typeface="Monotype Sorts" charset="2"/>
              <a:buNone/>
            </a:pPr>
            <a:r>
              <a:rPr lang="en-US" altLang="en-US" dirty="0">
                <a:latin typeface="Courier New" charset="0"/>
              </a:rPr>
              <a:t>	</a:t>
            </a:r>
            <a:r>
              <a:rPr lang="en-US" altLang="en-US" dirty="0"/>
              <a:t>where each number is the sum of the preceding two.</a:t>
            </a:r>
          </a:p>
          <a:p>
            <a:pPr algn="just"/>
            <a:endParaRPr lang="en-US" altLang="en-US" dirty="0"/>
          </a:p>
          <a:p>
            <a:pPr algn="just"/>
            <a:endParaRPr lang="en-US" altLang="en-US" dirty="0"/>
          </a:p>
          <a:p>
            <a:pPr algn="just"/>
            <a:endParaRPr lang="en-US" altLang="en-US" dirty="0"/>
          </a:p>
          <a:p>
            <a:pPr algn="just"/>
            <a:r>
              <a:rPr lang="en-US" altLang="en-US" dirty="0"/>
              <a:t>Recursive definition:</a:t>
            </a:r>
          </a:p>
          <a:p>
            <a:pPr lvl="1" algn="just"/>
            <a:r>
              <a:rPr lang="en-US" altLang="en-US" b="1" dirty="0">
                <a:latin typeface="Courier New" charset="0"/>
              </a:rPr>
              <a:t>F(0) = 0;</a:t>
            </a:r>
          </a:p>
          <a:p>
            <a:pPr lvl="1" algn="just"/>
            <a:r>
              <a:rPr lang="en-US" altLang="en-US" b="1" dirty="0">
                <a:latin typeface="Courier New" charset="0"/>
              </a:rPr>
              <a:t>F(1) = 1;</a:t>
            </a:r>
          </a:p>
          <a:p>
            <a:pPr lvl="1" algn="just"/>
            <a:r>
              <a:rPr lang="en-US" altLang="en-US" b="1" dirty="0">
                <a:latin typeface="Courier New" charset="0"/>
              </a:rPr>
              <a:t>F(number) = F(number-1)+ F(number-2);</a:t>
            </a:r>
          </a:p>
        </p:txBody>
      </p:sp>
      <p:pic>
        <p:nvPicPr>
          <p:cNvPr id="10" name="Picture 4" descr="pe01682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72200" y="3124200"/>
            <a:ext cx="2590800" cy="2532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46537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FBC1585-C671-4F90-AA0D-FD45AA239D02}" type="slidenum">
              <a:rPr lang="en-US" smtClean="0"/>
              <a:t>9</a:t>
            </a:fld>
            <a:endParaRPr lang="en-US"/>
          </a:p>
        </p:txBody>
      </p:sp>
      <p:sp>
        <p:nvSpPr>
          <p:cNvPr id="8" name="TextBox 7"/>
          <p:cNvSpPr txBox="1"/>
          <p:nvPr/>
        </p:nvSpPr>
        <p:spPr>
          <a:xfrm>
            <a:off x="80682" y="-26893"/>
            <a:ext cx="8006043" cy="584775"/>
          </a:xfrm>
          <a:prstGeom prst="rect">
            <a:avLst/>
          </a:prstGeom>
          <a:noFill/>
        </p:spPr>
        <p:txBody>
          <a:bodyPr wrap="square" rtlCol="0">
            <a:spAutoFit/>
          </a:bodyPr>
          <a:lstStyle/>
          <a:p>
            <a:r>
              <a:rPr lang="en-US" sz="3200" dirty="0">
                <a:solidFill>
                  <a:srgbClr val="FF0000"/>
                </a:solidFill>
              </a:rPr>
              <a:t>Recursion: Function</a:t>
            </a:r>
          </a:p>
        </p:txBody>
      </p:sp>
      <p:sp>
        <p:nvSpPr>
          <p:cNvPr id="9" name="Rectangle 3"/>
          <p:cNvSpPr txBox="1">
            <a:spLocks noChangeArrowheads="1"/>
          </p:cNvSpPr>
          <p:nvPr/>
        </p:nvSpPr>
        <p:spPr>
          <a:xfrm>
            <a:off x="92124" y="557882"/>
            <a:ext cx="8915400" cy="6300118"/>
          </a:xfrm>
          <a:prstGeom prst="rect">
            <a:avLst/>
          </a:prstGeom>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buFont typeface="Monotype Sorts" charset="2"/>
              <a:buNone/>
            </a:pPr>
            <a:r>
              <a:rPr lang="en-US" altLang="en-US" sz="1800" b="1" dirty="0">
                <a:solidFill>
                  <a:srgbClr val="66FF33"/>
                </a:solidFill>
                <a:latin typeface="Courier New" charset="0"/>
              </a:rPr>
              <a:t>// Calculate Fibonacci numbers using recursive function.</a:t>
            </a:r>
          </a:p>
          <a:p>
            <a:pPr algn="just">
              <a:buFont typeface="Monotype Sorts" charset="2"/>
              <a:buNone/>
            </a:pPr>
            <a:r>
              <a:rPr lang="en-US" altLang="en-US" sz="1800" b="1" dirty="0">
                <a:solidFill>
                  <a:srgbClr val="66FF33"/>
                </a:solidFill>
                <a:latin typeface="Courier New" charset="0"/>
              </a:rPr>
              <a:t>// A very inefficient way, but illustrates recursion well</a:t>
            </a:r>
            <a:endParaRPr lang="en-US" altLang="en-US" sz="1800" b="1" dirty="0">
              <a:latin typeface="Courier New" charset="0"/>
            </a:endParaRPr>
          </a:p>
          <a:p>
            <a:pPr algn="just">
              <a:buFont typeface="Monotype Sorts" charset="2"/>
              <a:buNone/>
            </a:pPr>
            <a:r>
              <a:rPr lang="en-US" altLang="en-US" sz="1800" b="1" dirty="0" err="1">
                <a:solidFill>
                  <a:srgbClr val="A2C1FE"/>
                </a:solidFill>
                <a:latin typeface="Courier New" charset="0"/>
              </a:rPr>
              <a:t>int</a:t>
            </a:r>
            <a:r>
              <a:rPr lang="en-US" altLang="en-US" sz="1800" b="1" dirty="0">
                <a:latin typeface="Courier New" charset="0"/>
              </a:rPr>
              <a:t> fib(</a:t>
            </a:r>
            <a:r>
              <a:rPr lang="en-US" altLang="en-US" sz="1800" b="1" dirty="0" err="1">
                <a:solidFill>
                  <a:srgbClr val="A2C1FE"/>
                </a:solidFill>
                <a:latin typeface="Courier New" charset="0"/>
              </a:rPr>
              <a:t>int</a:t>
            </a:r>
            <a:r>
              <a:rPr lang="en-US" altLang="en-US" sz="1800" b="1" dirty="0">
                <a:latin typeface="Courier New" charset="0"/>
              </a:rPr>
              <a:t> number)</a:t>
            </a:r>
          </a:p>
          <a:p>
            <a:pPr algn="just">
              <a:buFont typeface="Monotype Sorts" charset="2"/>
              <a:buNone/>
            </a:pPr>
            <a:r>
              <a:rPr lang="en-US" altLang="en-US" sz="1800" b="1" dirty="0">
                <a:latin typeface="Courier New" charset="0"/>
              </a:rPr>
              <a:t>{</a:t>
            </a:r>
          </a:p>
          <a:p>
            <a:pPr algn="just">
              <a:buFont typeface="Monotype Sorts" charset="2"/>
              <a:buNone/>
            </a:pPr>
            <a:r>
              <a:rPr lang="en-US" altLang="en-US" sz="1800" b="1" dirty="0">
                <a:latin typeface="Courier New" charset="0"/>
              </a:rPr>
              <a:t>	</a:t>
            </a:r>
            <a:r>
              <a:rPr lang="en-US" altLang="en-US" sz="1800" b="1" dirty="0">
                <a:solidFill>
                  <a:srgbClr val="A2C1FE"/>
                </a:solidFill>
                <a:latin typeface="Courier New" charset="0"/>
              </a:rPr>
              <a:t>if</a:t>
            </a:r>
            <a:r>
              <a:rPr lang="en-US" altLang="en-US" sz="1800" b="1" dirty="0">
                <a:latin typeface="Courier New" charset="0"/>
              </a:rPr>
              <a:t> (number == 0) </a:t>
            </a:r>
            <a:r>
              <a:rPr lang="en-US" altLang="en-US" sz="1800" b="1" dirty="0">
                <a:solidFill>
                  <a:srgbClr val="A2C1FE"/>
                </a:solidFill>
                <a:latin typeface="Courier New" charset="0"/>
              </a:rPr>
              <a:t>return</a:t>
            </a:r>
            <a:r>
              <a:rPr lang="en-US" altLang="en-US" sz="1800" b="1" dirty="0">
                <a:latin typeface="Courier New" charset="0"/>
              </a:rPr>
              <a:t> 0;</a:t>
            </a:r>
          </a:p>
          <a:p>
            <a:pPr algn="just">
              <a:buFont typeface="Monotype Sorts" charset="2"/>
              <a:buNone/>
            </a:pPr>
            <a:r>
              <a:rPr lang="en-US" altLang="en-US" sz="1800" b="1" dirty="0">
                <a:latin typeface="Courier New" charset="0"/>
              </a:rPr>
              <a:t>	</a:t>
            </a:r>
            <a:r>
              <a:rPr lang="en-US" altLang="en-US" sz="1800" b="1" dirty="0">
                <a:solidFill>
                  <a:srgbClr val="A2C1FE"/>
                </a:solidFill>
                <a:latin typeface="Courier New" charset="0"/>
              </a:rPr>
              <a:t>if</a:t>
            </a:r>
            <a:r>
              <a:rPr lang="en-US" altLang="en-US" sz="1800" b="1" dirty="0">
                <a:latin typeface="Courier New" charset="0"/>
              </a:rPr>
              <a:t> (number == 1) </a:t>
            </a:r>
            <a:r>
              <a:rPr lang="en-US" altLang="en-US" sz="1800" b="1" dirty="0">
                <a:solidFill>
                  <a:srgbClr val="A2C1FE"/>
                </a:solidFill>
                <a:latin typeface="Courier New" charset="0"/>
              </a:rPr>
              <a:t>return</a:t>
            </a:r>
            <a:r>
              <a:rPr lang="en-US" altLang="en-US" sz="1800" b="1" dirty="0">
                <a:latin typeface="Courier New" charset="0"/>
              </a:rPr>
              <a:t> 1;</a:t>
            </a:r>
          </a:p>
          <a:p>
            <a:pPr algn="just">
              <a:buFont typeface="Monotype Sorts" charset="2"/>
              <a:buNone/>
            </a:pPr>
            <a:r>
              <a:rPr lang="en-US" altLang="en-US" sz="1800" b="1" dirty="0">
                <a:latin typeface="Courier New" charset="0"/>
              </a:rPr>
              <a:t>	</a:t>
            </a:r>
            <a:r>
              <a:rPr lang="en-US" altLang="en-US" sz="1800" b="1" dirty="0">
                <a:solidFill>
                  <a:srgbClr val="A2C1FE"/>
                </a:solidFill>
                <a:latin typeface="Courier New" charset="0"/>
              </a:rPr>
              <a:t>return</a:t>
            </a:r>
            <a:r>
              <a:rPr lang="en-US" altLang="en-US" sz="1800" b="1" dirty="0">
                <a:latin typeface="Courier New" charset="0"/>
              </a:rPr>
              <a:t> (fib(number-1) + fib(number-2));</a:t>
            </a:r>
          </a:p>
          <a:p>
            <a:pPr algn="just">
              <a:buFont typeface="Monotype Sorts" charset="2"/>
              <a:buNone/>
            </a:pPr>
            <a:r>
              <a:rPr lang="en-US" altLang="en-US" sz="1800" b="1" dirty="0">
                <a:latin typeface="Courier New" charset="0"/>
              </a:rPr>
              <a:t>}</a:t>
            </a:r>
          </a:p>
          <a:p>
            <a:pPr algn="just">
              <a:buFont typeface="Monotype Sorts" charset="2"/>
              <a:buNone/>
            </a:pPr>
            <a:endParaRPr lang="en-US" altLang="en-US" sz="1800" b="1" dirty="0">
              <a:solidFill>
                <a:srgbClr val="A2C1FE"/>
              </a:solidFill>
              <a:latin typeface="Courier New" charset="0"/>
            </a:endParaRPr>
          </a:p>
          <a:p>
            <a:pPr algn="just">
              <a:buFont typeface="Monotype Sorts" charset="2"/>
              <a:buNone/>
            </a:pPr>
            <a:r>
              <a:rPr lang="en-US" altLang="en-US" sz="1800" b="1" dirty="0" err="1">
                <a:solidFill>
                  <a:srgbClr val="A2C1FE"/>
                </a:solidFill>
                <a:latin typeface="Courier New" charset="0"/>
              </a:rPr>
              <a:t>int</a:t>
            </a:r>
            <a:r>
              <a:rPr lang="en-US" altLang="en-US" sz="1800" b="1" dirty="0">
                <a:latin typeface="Courier New" charset="0"/>
              </a:rPr>
              <a:t> main(){	</a:t>
            </a:r>
            <a:r>
              <a:rPr lang="en-US" altLang="en-US" sz="1800" b="1" dirty="0">
                <a:solidFill>
                  <a:srgbClr val="66FF33"/>
                </a:solidFill>
                <a:latin typeface="Courier New" charset="0"/>
              </a:rPr>
              <a:t>// driver function</a:t>
            </a:r>
          </a:p>
          <a:p>
            <a:pPr algn="just">
              <a:buFont typeface="Monotype Sorts" charset="2"/>
              <a:buNone/>
            </a:pPr>
            <a:r>
              <a:rPr lang="en-US" altLang="en-US" sz="1800" b="1" dirty="0">
                <a:latin typeface="Courier New" charset="0"/>
              </a:rPr>
              <a:t>	</a:t>
            </a:r>
            <a:r>
              <a:rPr lang="en-US" altLang="en-US" sz="1800" b="1" dirty="0" err="1">
                <a:solidFill>
                  <a:srgbClr val="A2C1FE"/>
                </a:solidFill>
                <a:latin typeface="Courier New" charset="0"/>
              </a:rPr>
              <a:t>int</a:t>
            </a:r>
            <a:r>
              <a:rPr lang="en-US" altLang="en-US" sz="1800" b="1" dirty="0">
                <a:latin typeface="Courier New" charset="0"/>
              </a:rPr>
              <a:t> </a:t>
            </a:r>
            <a:r>
              <a:rPr lang="en-US" altLang="en-US" sz="1800" b="1" dirty="0" err="1">
                <a:latin typeface="Courier New" charset="0"/>
              </a:rPr>
              <a:t>inp_number</a:t>
            </a:r>
            <a:r>
              <a:rPr lang="en-US" altLang="en-US" sz="1800" b="1" dirty="0">
                <a:latin typeface="Courier New" charset="0"/>
              </a:rPr>
              <a:t>;</a:t>
            </a:r>
          </a:p>
          <a:p>
            <a:pPr algn="just">
              <a:buFont typeface="Monotype Sorts" charset="2"/>
              <a:buNone/>
            </a:pPr>
            <a:r>
              <a:rPr lang="en-US" altLang="en-US" sz="1800" b="1" dirty="0">
                <a:latin typeface="Courier New" charset="0"/>
              </a:rPr>
              <a:t>	</a:t>
            </a:r>
            <a:r>
              <a:rPr lang="en-US" altLang="en-US" sz="1800" b="1" dirty="0" err="1">
                <a:latin typeface="Courier New" charset="0"/>
              </a:rPr>
              <a:t>printf</a:t>
            </a:r>
            <a:r>
              <a:rPr lang="en-US" altLang="en-US" sz="1800" b="1" dirty="0">
                <a:latin typeface="Courier New" charset="0"/>
              </a:rPr>
              <a:t>("Please enter an integer: ”);</a:t>
            </a:r>
          </a:p>
          <a:p>
            <a:pPr algn="just">
              <a:buFont typeface="Monotype Sorts" charset="2"/>
              <a:buNone/>
            </a:pPr>
            <a:r>
              <a:rPr lang="en-US" altLang="en-US" sz="1800" b="1" dirty="0">
                <a:latin typeface="Courier New" charset="0"/>
              </a:rPr>
              <a:t>	</a:t>
            </a:r>
            <a:r>
              <a:rPr lang="en-US" altLang="en-US" sz="1800" b="1" dirty="0" err="1">
                <a:latin typeface="Courier New" charset="0"/>
              </a:rPr>
              <a:t>scanf</a:t>
            </a:r>
            <a:r>
              <a:rPr lang="en-US" altLang="en-US" sz="1800" b="1" dirty="0">
                <a:latin typeface="Courier New" charset="0"/>
              </a:rPr>
              <a:t>(“%d”&amp;</a:t>
            </a:r>
            <a:r>
              <a:rPr lang="en-US" altLang="en-US" sz="1800" b="1" dirty="0" err="1">
                <a:latin typeface="Courier New" charset="0"/>
              </a:rPr>
              <a:t>inp_number</a:t>
            </a:r>
            <a:r>
              <a:rPr lang="en-US" altLang="en-US" sz="1800" b="1" dirty="0">
                <a:latin typeface="Courier New" charset="0"/>
              </a:rPr>
              <a:t>);</a:t>
            </a:r>
          </a:p>
          <a:p>
            <a:pPr algn="just">
              <a:buFont typeface="Monotype Sorts" charset="2"/>
              <a:buNone/>
            </a:pPr>
            <a:r>
              <a:rPr lang="en-US" altLang="en-US" sz="1800" b="1" dirty="0">
                <a:latin typeface="Courier New" charset="0"/>
              </a:rPr>
              <a:t>	</a:t>
            </a:r>
            <a:r>
              <a:rPr lang="en-US" altLang="en-US" sz="1800" b="1" dirty="0" err="1">
                <a:latin typeface="Courier New" charset="0"/>
              </a:rPr>
              <a:t>cout</a:t>
            </a:r>
            <a:r>
              <a:rPr lang="en-US" altLang="en-US" sz="1800" b="1" dirty="0">
                <a:latin typeface="Courier New" charset="0"/>
              </a:rPr>
              <a:t> &lt;&lt; "The Fibonacci number for "&lt;&lt; </a:t>
            </a:r>
            <a:r>
              <a:rPr lang="en-US" altLang="en-US" sz="1800" b="1" dirty="0" err="1">
                <a:latin typeface="Courier New" charset="0"/>
              </a:rPr>
              <a:t>inp_number</a:t>
            </a:r>
            <a:r>
              <a:rPr lang="en-US" altLang="en-US" sz="1800" b="1" dirty="0">
                <a:latin typeface="Courier New" charset="0"/>
              </a:rPr>
              <a:t> </a:t>
            </a:r>
          </a:p>
          <a:p>
            <a:pPr algn="just">
              <a:buFont typeface="Monotype Sorts" charset="2"/>
              <a:buNone/>
            </a:pPr>
            <a:r>
              <a:rPr lang="en-US" altLang="en-US" sz="1800" b="1" dirty="0">
                <a:latin typeface="Courier New" charset="0"/>
              </a:rPr>
              <a:t>		 &lt;&lt; " is "&lt;&lt; fib(</a:t>
            </a:r>
            <a:r>
              <a:rPr lang="en-US" altLang="en-US" sz="1800" b="1" dirty="0" err="1">
                <a:latin typeface="Courier New" charset="0"/>
              </a:rPr>
              <a:t>inp_number</a:t>
            </a:r>
            <a:r>
              <a:rPr lang="en-US" altLang="en-US" sz="1800" b="1" dirty="0">
                <a:latin typeface="Courier New" charset="0"/>
              </a:rPr>
              <a:t>)&lt;&lt;</a:t>
            </a:r>
            <a:r>
              <a:rPr lang="en-US" altLang="en-US" sz="1800" b="1" dirty="0" err="1">
                <a:latin typeface="Courier New" charset="0"/>
              </a:rPr>
              <a:t>endl</a:t>
            </a:r>
            <a:r>
              <a:rPr lang="en-US" altLang="en-US" sz="1800" b="1" dirty="0">
                <a:latin typeface="Courier New" charset="0"/>
              </a:rPr>
              <a:t>;</a:t>
            </a:r>
          </a:p>
          <a:p>
            <a:pPr algn="just">
              <a:buFont typeface="Monotype Sorts" charset="2"/>
              <a:buNone/>
            </a:pPr>
            <a:r>
              <a:rPr lang="en-US" altLang="en-US" sz="1800" b="1" dirty="0">
                <a:latin typeface="Courier New" charset="0"/>
              </a:rPr>
              <a:t>  </a:t>
            </a:r>
            <a:r>
              <a:rPr lang="en-US" altLang="en-US" sz="1800" b="1" dirty="0">
                <a:solidFill>
                  <a:srgbClr val="A2C1FE"/>
                </a:solidFill>
                <a:latin typeface="Courier New" charset="0"/>
              </a:rPr>
              <a:t>return</a:t>
            </a:r>
            <a:r>
              <a:rPr lang="en-US" altLang="en-US" sz="1800" b="1" dirty="0">
                <a:latin typeface="Courier New" charset="0"/>
              </a:rPr>
              <a:t> 0;</a:t>
            </a:r>
          </a:p>
          <a:p>
            <a:pPr algn="just">
              <a:buFont typeface="Monotype Sorts" charset="2"/>
              <a:buNone/>
            </a:pPr>
            <a:r>
              <a:rPr lang="en-US" altLang="en-US" sz="1800" b="1" dirty="0">
                <a:latin typeface="Courier New" charset="0"/>
              </a:rPr>
              <a:t>}</a:t>
            </a:r>
          </a:p>
        </p:txBody>
      </p:sp>
      <p:sp>
        <p:nvSpPr>
          <p:cNvPr id="5" name="Rectangle 4"/>
          <p:cNvSpPr/>
          <p:nvPr/>
        </p:nvSpPr>
        <p:spPr>
          <a:xfrm>
            <a:off x="4695090" y="1446716"/>
            <a:ext cx="4460457" cy="1200329"/>
          </a:xfrm>
          <a:prstGeom prst="rect">
            <a:avLst/>
          </a:prstGeom>
          <a:ln>
            <a:solidFill>
              <a:schemeClr val="tx1"/>
            </a:solidFill>
          </a:ln>
        </p:spPr>
        <p:txBody>
          <a:bodyPr wrap="square">
            <a:spAutoFit/>
          </a:bodyPr>
          <a:lstStyle/>
          <a:p>
            <a:pPr algn="just"/>
            <a:r>
              <a:rPr lang="en-US" altLang="en-US" dirty="0"/>
              <a:t>Recursive definition:</a:t>
            </a:r>
          </a:p>
          <a:p>
            <a:pPr algn="just"/>
            <a:r>
              <a:rPr lang="en-US" altLang="en-US" b="1" dirty="0">
                <a:latin typeface="Courier New" charset="0"/>
              </a:rPr>
              <a:t>F(0) = 0;</a:t>
            </a:r>
          </a:p>
          <a:p>
            <a:pPr algn="just"/>
            <a:r>
              <a:rPr lang="en-US" altLang="en-US" b="1" dirty="0">
                <a:latin typeface="Courier New" charset="0"/>
              </a:rPr>
              <a:t>F(1) = 1;</a:t>
            </a:r>
          </a:p>
          <a:p>
            <a:pPr algn="just"/>
            <a:r>
              <a:rPr lang="en-US" altLang="en-US" b="1" dirty="0">
                <a:latin typeface="Courier New" charset="0"/>
              </a:rPr>
              <a:t>F(</a:t>
            </a:r>
            <a:r>
              <a:rPr lang="en-US" altLang="en-US" sz="1400" b="1" dirty="0">
                <a:latin typeface="Courier New" charset="0"/>
              </a:rPr>
              <a:t>number</a:t>
            </a:r>
            <a:r>
              <a:rPr lang="en-US" altLang="en-US" b="1" dirty="0">
                <a:latin typeface="Courier New" charset="0"/>
              </a:rPr>
              <a:t>)=F(</a:t>
            </a:r>
            <a:r>
              <a:rPr lang="en-US" altLang="en-US" sz="1400" b="1" dirty="0">
                <a:latin typeface="Courier New" charset="0"/>
              </a:rPr>
              <a:t>number</a:t>
            </a:r>
            <a:r>
              <a:rPr lang="en-US" altLang="en-US" b="1" dirty="0">
                <a:latin typeface="Courier New" charset="0"/>
              </a:rPr>
              <a:t>-1)+ F(</a:t>
            </a:r>
            <a:r>
              <a:rPr lang="en-US" altLang="en-US" sz="1400" b="1" dirty="0">
                <a:latin typeface="Courier New" charset="0"/>
              </a:rPr>
              <a:t>number</a:t>
            </a:r>
            <a:r>
              <a:rPr lang="en-US" altLang="en-US" b="1" dirty="0">
                <a:latin typeface="Courier New" charset="0"/>
              </a:rPr>
              <a:t>-2);</a:t>
            </a:r>
          </a:p>
        </p:txBody>
      </p:sp>
    </p:spTree>
    <p:extLst>
      <p:ext uri="{BB962C8B-B14F-4D97-AF65-F5344CB8AC3E}">
        <p14:creationId xmlns:p14="http://schemas.microsoft.com/office/powerpoint/2010/main" val="690050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 calcmode="lin" valueType="num">
                                      <p:cBhvr additive="base">
                                        <p:cTn id="7"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
                                            <p:txEl>
                                              <p:pRg st="3" end="3"/>
                                            </p:txEl>
                                          </p:spTgt>
                                        </p:tgtEl>
                                        <p:attrNameLst>
                                          <p:attrName>style.visibility</p:attrName>
                                        </p:attrNameLst>
                                      </p:cBhvr>
                                      <p:to>
                                        <p:strVal val="visible"/>
                                      </p:to>
                                    </p:set>
                                    <p:anim calcmode="lin" valueType="num">
                                      <p:cBhvr additive="base">
                                        <p:cTn id="11"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anim calcmode="lin" valueType="num">
                                      <p:cBhvr additive="base">
                                        <p:cTn id="15"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9">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9">
                                            <p:txEl>
                                              <p:pRg st="5" end="5"/>
                                            </p:txEl>
                                          </p:spTgt>
                                        </p:tgtEl>
                                        <p:attrNameLst>
                                          <p:attrName>style.visibility</p:attrName>
                                        </p:attrNameLst>
                                      </p:cBhvr>
                                      <p:to>
                                        <p:strVal val="visible"/>
                                      </p:to>
                                    </p:set>
                                    <p:anim calcmode="lin" valueType="num">
                                      <p:cBhvr additive="base">
                                        <p:cTn id="19"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9">
                                            <p:txEl>
                                              <p:pRg st="6" end="6"/>
                                            </p:txEl>
                                          </p:spTgt>
                                        </p:tgtEl>
                                        <p:attrNameLst>
                                          <p:attrName>style.visibility</p:attrName>
                                        </p:attrNameLst>
                                      </p:cBhvr>
                                      <p:to>
                                        <p:strVal val="visible"/>
                                      </p:to>
                                    </p:set>
                                    <p:anim calcmode="lin" valueType="num">
                                      <p:cBhvr additive="base">
                                        <p:cTn id="23" dur="500" fill="hold"/>
                                        <p:tgtEl>
                                          <p:spTgt spid="9">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9">
                                            <p:txEl>
                                              <p:pRg st="7" end="7"/>
                                            </p:txEl>
                                          </p:spTgt>
                                        </p:tgtEl>
                                        <p:attrNameLst>
                                          <p:attrName>style.visibility</p:attrName>
                                        </p:attrNameLst>
                                      </p:cBhvr>
                                      <p:to>
                                        <p:strVal val="visible"/>
                                      </p:to>
                                    </p:set>
                                    <p:anim calcmode="lin" valueType="num">
                                      <p:cBhvr additive="base">
                                        <p:cTn id="27" dur="500" fill="hold"/>
                                        <p:tgtEl>
                                          <p:spTgt spid="9">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9">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9">
                                            <p:txEl>
                                              <p:pRg st="9" end="9"/>
                                            </p:txEl>
                                          </p:spTgt>
                                        </p:tgtEl>
                                        <p:attrNameLst>
                                          <p:attrName>style.visibility</p:attrName>
                                        </p:attrNameLst>
                                      </p:cBhvr>
                                      <p:to>
                                        <p:strVal val="visible"/>
                                      </p:to>
                                    </p:set>
                                    <p:anim calcmode="lin" valueType="num">
                                      <p:cBhvr additive="base">
                                        <p:cTn id="33" dur="500" fill="hold"/>
                                        <p:tgtEl>
                                          <p:spTgt spid="9">
                                            <p:txEl>
                                              <p:pRg st="9" end="9"/>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9">
                                            <p:txEl>
                                              <p:pRg st="9" end="9"/>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9">
                                            <p:txEl>
                                              <p:pRg st="10" end="10"/>
                                            </p:txEl>
                                          </p:spTgt>
                                        </p:tgtEl>
                                        <p:attrNameLst>
                                          <p:attrName>style.visibility</p:attrName>
                                        </p:attrNameLst>
                                      </p:cBhvr>
                                      <p:to>
                                        <p:strVal val="visible"/>
                                      </p:to>
                                    </p:set>
                                    <p:anim calcmode="lin" valueType="num">
                                      <p:cBhvr additive="base">
                                        <p:cTn id="37" dur="500" fill="hold"/>
                                        <p:tgtEl>
                                          <p:spTgt spid="9">
                                            <p:txEl>
                                              <p:pRg st="10" end="1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
                                            <p:txEl>
                                              <p:pRg st="10" end="10"/>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9">
                                            <p:txEl>
                                              <p:pRg st="11" end="11"/>
                                            </p:txEl>
                                          </p:spTgt>
                                        </p:tgtEl>
                                        <p:attrNameLst>
                                          <p:attrName>style.visibility</p:attrName>
                                        </p:attrNameLst>
                                      </p:cBhvr>
                                      <p:to>
                                        <p:strVal val="visible"/>
                                      </p:to>
                                    </p:set>
                                    <p:anim calcmode="lin" valueType="num">
                                      <p:cBhvr additive="base">
                                        <p:cTn id="41" dur="500" fill="hold"/>
                                        <p:tgtEl>
                                          <p:spTgt spid="9">
                                            <p:txEl>
                                              <p:pRg st="11" end="11"/>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9">
                                            <p:txEl>
                                              <p:pRg st="11" end="11"/>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9">
                                            <p:txEl>
                                              <p:pRg st="12" end="12"/>
                                            </p:txEl>
                                          </p:spTgt>
                                        </p:tgtEl>
                                        <p:attrNameLst>
                                          <p:attrName>style.visibility</p:attrName>
                                        </p:attrNameLst>
                                      </p:cBhvr>
                                      <p:to>
                                        <p:strVal val="visible"/>
                                      </p:to>
                                    </p:set>
                                    <p:anim calcmode="lin" valueType="num">
                                      <p:cBhvr additive="base">
                                        <p:cTn id="45" dur="500" fill="hold"/>
                                        <p:tgtEl>
                                          <p:spTgt spid="9">
                                            <p:txEl>
                                              <p:pRg st="12" end="12"/>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9">
                                            <p:txEl>
                                              <p:pRg st="12" end="12"/>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9">
                                            <p:txEl>
                                              <p:pRg st="13" end="13"/>
                                            </p:txEl>
                                          </p:spTgt>
                                        </p:tgtEl>
                                        <p:attrNameLst>
                                          <p:attrName>style.visibility</p:attrName>
                                        </p:attrNameLst>
                                      </p:cBhvr>
                                      <p:to>
                                        <p:strVal val="visible"/>
                                      </p:to>
                                    </p:set>
                                    <p:anim calcmode="lin" valueType="num">
                                      <p:cBhvr additive="base">
                                        <p:cTn id="49" dur="500" fill="hold"/>
                                        <p:tgtEl>
                                          <p:spTgt spid="9">
                                            <p:txEl>
                                              <p:pRg st="13" end="13"/>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9">
                                            <p:txEl>
                                              <p:pRg st="13" end="13"/>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9">
                                            <p:txEl>
                                              <p:pRg st="14" end="14"/>
                                            </p:txEl>
                                          </p:spTgt>
                                        </p:tgtEl>
                                        <p:attrNameLst>
                                          <p:attrName>style.visibility</p:attrName>
                                        </p:attrNameLst>
                                      </p:cBhvr>
                                      <p:to>
                                        <p:strVal val="visible"/>
                                      </p:to>
                                    </p:set>
                                    <p:anim calcmode="lin" valueType="num">
                                      <p:cBhvr additive="base">
                                        <p:cTn id="53" dur="500" fill="hold"/>
                                        <p:tgtEl>
                                          <p:spTgt spid="9">
                                            <p:txEl>
                                              <p:pRg st="14" end="14"/>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9">
                                            <p:txEl>
                                              <p:pRg st="14" end="14"/>
                                            </p:txEl>
                                          </p:spTgt>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9">
                                            <p:txEl>
                                              <p:pRg st="15" end="15"/>
                                            </p:txEl>
                                          </p:spTgt>
                                        </p:tgtEl>
                                        <p:attrNameLst>
                                          <p:attrName>style.visibility</p:attrName>
                                        </p:attrNameLst>
                                      </p:cBhvr>
                                      <p:to>
                                        <p:strVal val="visible"/>
                                      </p:to>
                                    </p:set>
                                    <p:anim calcmode="lin" valueType="num">
                                      <p:cBhvr additive="base">
                                        <p:cTn id="57" dur="500" fill="hold"/>
                                        <p:tgtEl>
                                          <p:spTgt spid="9">
                                            <p:txEl>
                                              <p:pRg st="15" end="15"/>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9">
                                            <p:txEl>
                                              <p:pRg st="15" end="15"/>
                                            </p:txEl>
                                          </p:spTgt>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9">
                                            <p:txEl>
                                              <p:pRg st="16" end="16"/>
                                            </p:txEl>
                                          </p:spTgt>
                                        </p:tgtEl>
                                        <p:attrNameLst>
                                          <p:attrName>style.visibility</p:attrName>
                                        </p:attrNameLst>
                                      </p:cBhvr>
                                      <p:to>
                                        <p:strVal val="visible"/>
                                      </p:to>
                                    </p:set>
                                    <p:anim calcmode="lin" valueType="num">
                                      <p:cBhvr additive="base">
                                        <p:cTn id="61" dur="500" fill="hold"/>
                                        <p:tgtEl>
                                          <p:spTgt spid="9">
                                            <p:txEl>
                                              <p:pRg st="16" end="16"/>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9">
                                            <p:txEl>
                                              <p:pRg st="16" end="1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FBC1585-C671-4F90-AA0D-FD45AA239D02}" type="slidenum">
              <a:rPr lang="en-US" smtClean="0"/>
              <a:t>10</a:t>
            </a:fld>
            <a:endParaRPr lang="en-US"/>
          </a:p>
        </p:txBody>
      </p:sp>
      <p:sp>
        <p:nvSpPr>
          <p:cNvPr id="8" name="TextBox 7"/>
          <p:cNvSpPr txBox="1"/>
          <p:nvPr/>
        </p:nvSpPr>
        <p:spPr>
          <a:xfrm>
            <a:off x="80682" y="-26893"/>
            <a:ext cx="8020331" cy="584775"/>
          </a:xfrm>
          <a:prstGeom prst="rect">
            <a:avLst/>
          </a:prstGeom>
          <a:noFill/>
        </p:spPr>
        <p:txBody>
          <a:bodyPr wrap="square" rtlCol="0">
            <a:spAutoFit/>
          </a:bodyPr>
          <a:lstStyle/>
          <a:p>
            <a:r>
              <a:rPr lang="en-US" sz="3200" dirty="0">
                <a:solidFill>
                  <a:srgbClr val="FF0000"/>
                </a:solidFill>
              </a:rPr>
              <a:t>Recursion: </a:t>
            </a:r>
            <a:r>
              <a:rPr lang="en-US" sz="3200" dirty="0" err="1">
                <a:solidFill>
                  <a:srgbClr val="FF0000"/>
                </a:solidFill>
              </a:rPr>
              <a:t>Fibbonacci</a:t>
            </a:r>
            <a:r>
              <a:rPr lang="en-US" sz="3200" dirty="0">
                <a:solidFill>
                  <a:srgbClr val="FF0000"/>
                </a:solidFill>
              </a:rPr>
              <a:t> </a:t>
            </a:r>
          </a:p>
        </p:txBody>
      </p:sp>
      <p:pic>
        <p:nvPicPr>
          <p:cNvPr id="1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950" y="481013"/>
            <a:ext cx="8401050" cy="5767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16410926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6470650" y="6026151"/>
            <a:ext cx="2057400" cy="365125"/>
          </a:xfrm>
        </p:spPr>
        <p:txBody>
          <a:bodyPr/>
          <a:lstStyle/>
          <a:p>
            <a:fld id="{1FBC1585-C671-4F90-AA0D-FD45AA239D02}" type="slidenum">
              <a:rPr lang="en-US" smtClean="0"/>
              <a:t>11</a:t>
            </a:fld>
            <a:endParaRPr lang="en-US"/>
          </a:p>
        </p:txBody>
      </p:sp>
      <p:sp>
        <p:nvSpPr>
          <p:cNvPr id="8" name="TextBox 7"/>
          <p:cNvSpPr txBox="1"/>
          <p:nvPr/>
        </p:nvSpPr>
        <p:spPr>
          <a:xfrm>
            <a:off x="80682" y="-26893"/>
            <a:ext cx="7920318" cy="584775"/>
          </a:xfrm>
          <a:prstGeom prst="rect">
            <a:avLst/>
          </a:prstGeom>
          <a:noFill/>
        </p:spPr>
        <p:txBody>
          <a:bodyPr wrap="square" rtlCol="0">
            <a:spAutoFit/>
          </a:bodyPr>
          <a:lstStyle/>
          <a:p>
            <a:r>
              <a:rPr lang="en-US" sz="3200" dirty="0">
                <a:solidFill>
                  <a:srgbClr val="FF0000"/>
                </a:solidFill>
              </a:rPr>
              <a:t>Recursion: </a:t>
            </a:r>
            <a:r>
              <a:rPr lang="en-US" altLang="en-US" sz="3200" dirty="0"/>
              <a:t>Trace a Fibonacci Number</a:t>
            </a:r>
            <a:r>
              <a:rPr lang="en-US" altLang="en-US" sz="2400" dirty="0"/>
              <a:t> </a:t>
            </a:r>
            <a:r>
              <a:rPr lang="en-US" sz="3200" dirty="0">
                <a:solidFill>
                  <a:srgbClr val="FF0000"/>
                </a:solidFill>
              </a:rPr>
              <a:t> </a:t>
            </a:r>
          </a:p>
        </p:txBody>
      </p:sp>
      <p:sp>
        <p:nvSpPr>
          <p:cNvPr id="9" name="Rectangle 3"/>
          <p:cNvSpPr txBox="1">
            <a:spLocks noChangeArrowheads="1"/>
          </p:cNvSpPr>
          <p:nvPr/>
        </p:nvSpPr>
        <p:spPr>
          <a:xfrm>
            <a:off x="12700" y="1270000"/>
            <a:ext cx="8229600" cy="472440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defRPr/>
            </a:pPr>
            <a:r>
              <a:rPr lang="en-US" altLang="en-US" sz="2000"/>
              <a:t>Assume the input number is 4, that is, num=4:</a:t>
            </a:r>
          </a:p>
          <a:p>
            <a:pPr algn="just">
              <a:buFont typeface="Monotype Sorts" charset="2"/>
              <a:buNone/>
              <a:defRPr/>
            </a:pPr>
            <a:r>
              <a:rPr lang="en-US" altLang="en-US" sz="1800" b="1">
                <a:latin typeface="Courier New" charset="0"/>
              </a:rPr>
              <a:t>fib(4):</a:t>
            </a:r>
          </a:p>
          <a:p>
            <a:pPr lvl="1" algn="just">
              <a:buFont typeface="Monotype Sorts" charset="2"/>
              <a:buNone/>
              <a:defRPr/>
            </a:pPr>
            <a:r>
              <a:rPr lang="en-US" altLang="en-US" sz="1800" b="1">
                <a:latin typeface="Courier New" charset="0"/>
              </a:rPr>
              <a:t>4 == 0 ? No;   4 == 1?	No.</a:t>
            </a:r>
          </a:p>
          <a:p>
            <a:pPr lvl="1" algn="just">
              <a:buFont typeface="Monotype Sorts" charset="2"/>
              <a:buNone/>
              <a:defRPr/>
            </a:pPr>
            <a:r>
              <a:rPr lang="en-US" altLang="en-US" sz="1800" b="1">
                <a:latin typeface="Courier New" charset="0"/>
              </a:rPr>
              <a:t>fib(4) = fib(3) + fib(2)</a:t>
            </a:r>
          </a:p>
          <a:p>
            <a:pPr lvl="1" algn="just">
              <a:buFont typeface="Monotype Sorts" charset="2"/>
              <a:buNone/>
              <a:defRPr/>
            </a:pPr>
            <a:r>
              <a:rPr lang="en-US" altLang="en-US" sz="1800" b="1">
                <a:latin typeface="Courier New" charset="0"/>
              </a:rPr>
              <a:t>fib(3):</a:t>
            </a:r>
            <a:endParaRPr lang="en-US" altLang="en-US" b="1">
              <a:latin typeface="Courier New" charset="0"/>
            </a:endParaRPr>
          </a:p>
          <a:p>
            <a:pPr lvl="2" algn="just">
              <a:buFont typeface="Wingdings" charset="2"/>
              <a:buNone/>
              <a:defRPr/>
            </a:pPr>
            <a:r>
              <a:rPr lang="en-US" altLang="en-US" b="1">
                <a:latin typeface="Courier New" charset="0"/>
              </a:rPr>
              <a:t>3 == 0 ? No; 3 == 1? No.</a:t>
            </a:r>
          </a:p>
          <a:p>
            <a:pPr lvl="2" algn="just">
              <a:buFont typeface="Wingdings" charset="2"/>
              <a:buNone/>
              <a:defRPr/>
            </a:pPr>
            <a:r>
              <a:rPr lang="en-US" altLang="en-US" b="1">
                <a:latin typeface="Courier New" charset="0"/>
              </a:rPr>
              <a:t>fib(3) = fib(2) + fib(1)  </a:t>
            </a:r>
          </a:p>
          <a:p>
            <a:pPr lvl="2" algn="just">
              <a:buFont typeface="Wingdings" charset="2"/>
              <a:buNone/>
              <a:defRPr/>
            </a:pPr>
            <a:r>
              <a:rPr lang="en-US" altLang="en-US" b="1">
                <a:latin typeface="Courier New" charset="0"/>
              </a:rPr>
              <a:t>fib(2):</a:t>
            </a:r>
          </a:p>
          <a:p>
            <a:pPr lvl="3" algn="just">
              <a:buFont typeface="Monotype Sorts" charset="2"/>
              <a:buNone/>
              <a:defRPr/>
            </a:pPr>
            <a:r>
              <a:rPr lang="en-US" altLang="en-US" sz="1800" b="1">
                <a:latin typeface="Courier New" charset="0"/>
              </a:rPr>
              <a:t>2 == 0? No; 2==1? No.</a:t>
            </a:r>
          </a:p>
          <a:p>
            <a:pPr lvl="3" algn="just">
              <a:buFont typeface="Monotype Sorts" charset="2"/>
              <a:buNone/>
              <a:defRPr/>
            </a:pPr>
            <a:r>
              <a:rPr lang="en-US" altLang="en-US" sz="1800" b="1">
                <a:latin typeface="Courier New" charset="0"/>
              </a:rPr>
              <a:t>fib(2)</a:t>
            </a:r>
            <a:r>
              <a:rPr lang="en-US" altLang="en-US" sz="1200" b="1">
                <a:latin typeface="Courier New" charset="0"/>
              </a:rPr>
              <a:t> </a:t>
            </a:r>
            <a:r>
              <a:rPr lang="en-US" altLang="en-US" sz="1800" b="1">
                <a:latin typeface="Courier New" charset="0"/>
              </a:rPr>
              <a:t>= fib(1)+fib(0) </a:t>
            </a:r>
          </a:p>
          <a:p>
            <a:pPr lvl="2" algn="just">
              <a:buFont typeface="Wingdings" charset="2"/>
              <a:buNone/>
              <a:defRPr/>
            </a:pPr>
            <a:r>
              <a:rPr lang="en-US" altLang="en-US" b="1">
                <a:latin typeface="Courier New" charset="0"/>
              </a:rPr>
              <a:t>   fib(1):</a:t>
            </a:r>
          </a:p>
          <a:p>
            <a:pPr lvl="2" algn="just">
              <a:buFont typeface="Wingdings" charset="2"/>
              <a:buNone/>
              <a:defRPr/>
            </a:pPr>
            <a:r>
              <a:rPr lang="en-US" altLang="en-US" b="1">
                <a:latin typeface="Courier New" charset="0"/>
              </a:rPr>
              <a:t>      1== 0 ? No; 1 == 1? Yes.</a:t>
            </a:r>
          </a:p>
          <a:p>
            <a:pPr lvl="2" algn="just">
              <a:buFont typeface="Wingdings" charset="2"/>
              <a:buNone/>
              <a:defRPr/>
            </a:pPr>
            <a:r>
              <a:rPr lang="en-US" altLang="en-US" b="1">
                <a:latin typeface="Courier New" charset="0"/>
              </a:rPr>
              <a:t>   	fib(1) = 1;</a:t>
            </a:r>
          </a:p>
          <a:p>
            <a:pPr lvl="2" algn="just">
              <a:buFont typeface="Wingdings" charset="2"/>
              <a:buNone/>
              <a:defRPr/>
            </a:pPr>
            <a:r>
              <a:rPr lang="en-US" altLang="en-US" b="1">
                <a:solidFill>
                  <a:srgbClr val="A2C1FE"/>
                </a:solidFill>
                <a:latin typeface="Courier New" charset="0"/>
              </a:rPr>
              <a:t>		return</a:t>
            </a:r>
            <a:r>
              <a:rPr lang="en-US" altLang="en-US" b="1">
                <a:latin typeface="Courier New" charset="0"/>
              </a:rPr>
              <a:t> fib(1)</a:t>
            </a:r>
            <a:r>
              <a:rPr lang="en-US" altLang="en-US" sz="1200" b="1">
                <a:latin typeface="Courier New" charset="0"/>
              </a:rPr>
              <a:t>;</a:t>
            </a:r>
          </a:p>
          <a:p>
            <a:pPr lvl="2" algn="just">
              <a:buFont typeface="Wingdings" charset="2"/>
              <a:buNone/>
              <a:defRPr/>
            </a:pPr>
            <a:r>
              <a:rPr lang="en-US" altLang="en-US" sz="1200" b="1">
                <a:latin typeface="Courier" charset="0"/>
              </a:rPr>
              <a:t>     </a:t>
            </a:r>
          </a:p>
          <a:p>
            <a:pPr lvl="1" algn="just">
              <a:buFont typeface="Monotype Sorts" charset="2"/>
              <a:buNone/>
              <a:defRPr/>
            </a:pPr>
            <a:r>
              <a:rPr lang="en-US" altLang="en-US" sz="1800" b="1">
                <a:latin typeface="Courier" charset="0"/>
              </a:rPr>
              <a:t> </a:t>
            </a:r>
            <a:endParaRPr lang="en-US" altLang="en-US" sz="1800" b="1" dirty="0">
              <a:latin typeface="Courier" charset="0"/>
            </a:endParaRPr>
          </a:p>
        </p:txBody>
      </p:sp>
      <p:sp>
        <p:nvSpPr>
          <p:cNvPr id="10" name="Text Box 4"/>
          <p:cNvSpPr txBox="1">
            <a:spLocks noChangeArrowheads="1"/>
          </p:cNvSpPr>
          <p:nvPr/>
        </p:nvSpPr>
        <p:spPr bwMode="auto">
          <a:xfrm>
            <a:off x="5803900" y="965200"/>
            <a:ext cx="3352800" cy="1436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342900" indent="-342900" algn="l">
              <a:spcBef>
                <a:spcPct val="0"/>
              </a:spcBef>
              <a:defRPr sz="2400">
                <a:solidFill>
                  <a:schemeClr val="tx1"/>
                </a:solidFill>
                <a:latin typeface="Times New Roman" charset="0"/>
              </a:defRPr>
            </a:lvl1pPr>
            <a:lvl2pPr marL="742950" indent="-285750" algn="l">
              <a:spcBef>
                <a:spcPct val="0"/>
              </a:spcBef>
              <a:defRPr sz="2400">
                <a:solidFill>
                  <a:schemeClr val="tx1"/>
                </a:solidFill>
                <a:latin typeface="Times New Roman" charset="0"/>
              </a:defRPr>
            </a:lvl2pPr>
            <a:lvl3pPr marL="1143000" indent="-228600" algn="l">
              <a:spcBef>
                <a:spcPct val="0"/>
              </a:spcBef>
              <a:defRPr sz="2400">
                <a:solidFill>
                  <a:schemeClr val="tx1"/>
                </a:solidFill>
                <a:latin typeface="Times New Roman" charset="0"/>
              </a:defRPr>
            </a:lvl3pPr>
            <a:lvl4pPr marL="1600200" indent="-228600" algn="l">
              <a:spcBef>
                <a:spcPct val="0"/>
              </a:spcBef>
              <a:defRPr sz="2400">
                <a:solidFill>
                  <a:schemeClr val="tx1"/>
                </a:solidFill>
                <a:latin typeface="Times New Roman" charset="0"/>
              </a:defRPr>
            </a:lvl4pPr>
            <a:lvl5pPr marL="2057400" indent="-228600" algn="l">
              <a:spcBef>
                <a:spcPct val="0"/>
              </a:spcBef>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pPr algn="just">
              <a:lnSpc>
                <a:spcPct val="90000"/>
              </a:lnSpc>
              <a:defRPr/>
            </a:pPr>
            <a:r>
              <a:rPr lang="en-US" altLang="en-US" sz="1400" b="1" dirty="0" err="1">
                <a:latin typeface="Courier New" charset="0"/>
              </a:rPr>
              <a:t>int</a:t>
            </a:r>
            <a:r>
              <a:rPr lang="en-US" altLang="en-US" sz="1400" b="1" dirty="0">
                <a:latin typeface="Courier New" charset="0"/>
              </a:rPr>
              <a:t> fib(</a:t>
            </a:r>
            <a:r>
              <a:rPr lang="en-US" altLang="en-US" sz="1400" b="1" dirty="0" err="1">
                <a:latin typeface="Courier New" charset="0"/>
              </a:rPr>
              <a:t>int</a:t>
            </a:r>
            <a:r>
              <a:rPr lang="en-US" altLang="en-US" sz="1400" b="1" dirty="0">
                <a:latin typeface="Courier New" charset="0"/>
              </a:rPr>
              <a:t> </a:t>
            </a:r>
            <a:r>
              <a:rPr lang="en-US" altLang="en-US" sz="1400" b="1" dirty="0" err="1">
                <a:latin typeface="Courier New" charset="0"/>
              </a:rPr>
              <a:t>num</a:t>
            </a:r>
            <a:r>
              <a:rPr lang="en-US" altLang="en-US" sz="1400" b="1" dirty="0">
                <a:latin typeface="Courier New" charset="0"/>
              </a:rPr>
              <a:t>)</a:t>
            </a:r>
          </a:p>
          <a:p>
            <a:pPr algn="just">
              <a:lnSpc>
                <a:spcPct val="90000"/>
              </a:lnSpc>
              <a:defRPr/>
            </a:pPr>
            <a:r>
              <a:rPr lang="en-US" altLang="en-US" sz="1400" b="1" dirty="0">
                <a:latin typeface="Courier New" charset="0"/>
              </a:rPr>
              <a:t>{</a:t>
            </a:r>
          </a:p>
          <a:p>
            <a:pPr algn="just">
              <a:lnSpc>
                <a:spcPct val="90000"/>
              </a:lnSpc>
              <a:defRPr/>
            </a:pPr>
            <a:r>
              <a:rPr lang="en-US" altLang="en-US" sz="1400" b="1" dirty="0">
                <a:latin typeface="Courier New" charset="0"/>
              </a:rPr>
              <a:t>	if (</a:t>
            </a:r>
            <a:r>
              <a:rPr lang="en-US" altLang="en-US" sz="1400" b="1" dirty="0" err="1">
                <a:latin typeface="Courier New" charset="0"/>
              </a:rPr>
              <a:t>num</a:t>
            </a:r>
            <a:r>
              <a:rPr lang="en-US" altLang="en-US" sz="1400" b="1" dirty="0">
                <a:latin typeface="Courier New" charset="0"/>
              </a:rPr>
              <a:t> == 0) return 0;</a:t>
            </a:r>
          </a:p>
          <a:p>
            <a:pPr algn="just">
              <a:lnSpc>
                <a:spcPct val="90000"/>
              </a:lnSpc>
              <a:defRPr/>
            </a:pPr>
            <a:r>
              <a:rPr lang="en-US" altLang="en-US" sz="1400" b="1" dirty="0">
                <a:latin typeface="Courier New" charset="0"/>
              </a:rPr>
              <a:t>	if (</a:t>
            </a:r>
            <a:r>
              <a:rPr lang="en-US" altLang="en-US" sz="1400" b="1" dirty="0" err="1">
                <a:latin typeface="Courier New" charset="0"/>
              </a:rPr>
              <a:t>num</a:t>
            </a:r>
            <a:r>
              <a:rPr lang="en-US" altLang="en-US" sz="1400" b="1" dirty="0">
                <a:latin typeface="Courier New" charset="0"/>
              </a:rPr>
              <a:t> == 1) return 1;</a:t>
            </a:r>
          </a:p>
          <a:p>
            <a:pPr algn="just">
              <a:lnSpc>
                <a:spcPct val="90000"/>
              </a:lnSpc>
              <a:defRPr/>
            </a:pPr>
            <a:r>
              <a:rPr lang="en-US" altLang="en-US" sz="1400" b="1" dirty="0">
                <a:latin typeface="Courier New" charset="0"/>
              </a:rPr>
              <a:t>	return </a:t>
            </a:r>
          </a:p>
          <a:p>
            <a:pPr algn="just">
              <a:lnSpc>
                <a:spcPct val="90000"/>
              </a:lnSpc>
              <a:defRPr/>
            </a:pPr>
            <a:r>
              <a:rPr lang="en-US" altLang="en-US" sz="1400" b="1" dirty="0">
                <a:latin typeface="Courier New" charset="0"/>
              </a:rPr>
              <a:t>     (fib(num-1)+fib(num-2));</a:t>
            </a:r>
          </a:p>
          <a:p>
            <a:pPr algn="just">
              <a:lnSpc>
                <a:spcPct val="90000"/>
              </a:lnSpc>
              <a:defRPr/>
            </a:pPr>
            <a:r>
              <a:rPr lang="en-US" altLang="en-US" sz="1400" b="1" dirty="0">
                <a:latin typeface="Courier New" charset="0"/>
              </a:rPr>
              <a:t>}</a:t>
            </a:r>
            <a:endParaRPr lang="en-US" altLang="en-US" sz="1600" b="1" dirty="0">
              <a:latin typeface="Arial" charset="0"/>
            </a:endParaRPr>
          </a:p>
        </p:txBody>
      </p:sp>
      <p:sp>
        <p:nvSpPr>
          <p:cNvPr id="11" name="Rectangle 5"/>
          <p:cNvSpPr>
            <a:spLocks noChangeArrowheads="1"/>
          </p:cNvSpPr>
          <p:nvPr/>
        </p:nvSpPr>
        <p:spPr bwMode="auto">
          <a:xfrm>
            <a:off x="5803900" y="965200"/>
            <a:ext cx="3276600" cy="1484313"/>
          </a:xfrm>
          <a:prstGeom prst="rect">
            <a:avLst/>
          </a:prstGeom>
          <a:noFill/>
          <a:ln w="57150">
            <a:solidFill>
              <a:srgbClr val="FAFD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defRPr/>
            </a:pPr>
            <a:endParaRPr lang="en-US" dirty="0"/>
          </a:p>
        </p:txBody>
      </p:sp>
      <p:pic>
        <p:nvPicPr>
          <p:cNvPr id="12"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l="51927" t="3551" r="3629" b="13213"/>
          <a:stretch>
            <a:fillRect/>
          </a:stretch>
        </p:blipFill>
        <p:spPr bwMode="auto">
          <a:xfrm>
            <a:off x="5880100" y="2565400"/>
            <a:ext cx="3081338"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13" name="Line 8"/>
          <p:cNvSpPr>
            <a:spLocks noChangeShapeType="1"/>
          </p:cNvSpPr>
          <p:nvPr/>
        </p:nvSpPr>
        <p:spPr bwMode="auto">
          <a:xfrm flipH="1">
            <a:off x="7023100" y="2794000"/>
            <a:ext cx="609600" cy="762000"/>
          </a:xfrm>
          <a:prstGeom prst="line">
            <a:avLst/>
          </a:prstGeom>
          <a:noFill/>
          <a:ln w="28575">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sp>
        <p:nvSpPr>
          <p:cNvPr id="14" name="Line 9"/>
          <p:cNvSpPr>
            <a:spLocks noChangeShapeType="1"/>
          </p:cNvSpPr>
          <p:nvPr/>
        </p:nvSpPr>
        <p:spPr bwMode="auto">
          <a:xfrm flipH="1">
            <a:off x="6642100" y="3937000"/>
            <a:ext cx="304800" cy="762000"/>
          </a:xfrm>
          <a:prstGeom prst="line">
            <a:avLst/>
          </a:prstGeom>
          <a:noFill/>
          <a:ln w="28575">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sp>
        <p:nvSpPr>
          <p:cNvPr id="15" name="Line 10"/>
          <p:cNvSpPr>
            <a:spLocks noChangeShapeType="1"/>
          </p:cNvSpPr>
          <p:nvPr/>
        </p:nvSpPr>
        <p:spPr bwMode="auto">
          <a:xfrm flipH="1">
            <a:off x="6261100" y="5080000"/>
            <a:ext cx="304800" cy="762000"/>
          </a:xfrm>
          <a:prstGeom prst="line">
            <a:avLst/>
          </a:prstGeom>
          <a:noFill/>
          <a:ln w="28575">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grpSp>
        <p:nvGrpSpPr>
          <p:cNvPr id="16" name="Group 21"/>
          <p:cNvGrpSpPr>
            <a:grpSpLocks/>
          </p:cNvGrpSpPr>
          <p:nvPr/>
        </p:nvGrpSpPr>
        <p:grpSpPr bwMode="auto">
          <a:xfrm>
            <a:off x="88900" y="1617663"/>
            <a:ext cx="5410200" cy="4452937"/>
            <a:chOff x="48" y="1227"/>
            <a:chExt cx="3408" cy="2805"/>
          </a:xfrm>
        </p:grpSpPr>
        <p:sp>
          <p:nvSpPr>
            <p:cNvPr id="17" name="Line 11"/>
            <p:cNvSpPr>
              <a:spLocks noChangeShapeType="1"/>
            </p:cNvSpPr>
            <p:nvPr/>
          </p:nvSpPr>
          <p:spPr bwMode="auto">
            <a:xfrm>
              <a:off x="48" y="1248"/>
              <a:ext cx="0" cy="2784"/>
            </a:xfrm>
            <a:prstGeom prst="line">
              <a:avLst/>
            </a:prstGeom>
            <a:noFill/>
            <a:ln w="3810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sp>
          <p:nvSpPr>
            <p:cNvPr id="18" name="Line 12"/>
            <p:cNvSpPr>
              <a:spLocks noChangeShapeType="1"/>
            </p:cNvSpPr>
            <p:nvPr/>
          </p:nvSpPr>
          <p:spPr bwMode="auto">
            <a:xfrm>
              <a:off x="48" y="1227"/>
              <a:ext cx="3408" cy="0"/>
            </a:xfrm>
            <a:prstGeom prst="line">
              <a:avLst/>
            </a:prstGeom>
            <a:noFill/>
            <a:ln w="3810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sp>
          <p:nvSpPr>
            <p:cNvPr id="19" name="Line 13"/>
            <p:cNvSpPr>
              <a:spLocks noChangeShapeType="1"/>
            </p:cNvSpPr>
            <p:nvPr/>
          </p:nvSpPr>
          <p:spPr bwMode="auto">
            <a:xfrm>
              <a:off x="3456" y="1248"/>
              <a:ext cx="0" cy="2784"/>
            </a:xfrm>
            <a:prstGeom prst="line">
              <a:avLst/>
            </a:prstGeom>
            <a:noFill/>
            <a:ln w="3810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grpSp>
      <p:grpSp>
        <p:nvGrpSpPr>
          <p:cNvPr id="20" name="Group 30"/>
          <p:cNvGrpSpPr>
            <a:grpSpLocks/>
          </p:cNvGrpSpPr>
          <p:nvPr/>
        </p:nvGrpSpPr>
        <p:grpSpPr bwMode="auto">
          <a:xfrm>
            <a:off x="469900" y="2489200"/>
            <a:ext cx="4876800" cy="3505200"/>
            <a:chOff x="288" y="1776"/>
            <a:chExt cx="3072" cy="2208"/>
          </a:xfrm>
        </p:grpSpPr>
        <p:sp>
          <p:nvSpPr>
            <p:cNvPr id="21" name="Line 23"/>
            <p:cNvSpPr>
              <a:spLocks noChangeShapeType="1"/>
            </p:cNvSpPr>
            <p:nvPr/>
          </p:nvSpPr>
          <p:spPr bwMode="auto">
            <a:xfrm>
              <a:off x="288" y="1776"/>
              <a:ext cx="3072" cy="0"/>
            </a:xfrm>
            <a:prstGeom prst="line">
              <a:avLst/>
            </a:prstGeom>
            <a:noFill/>
            <a:ln w="3810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sp>
          <p:nvSpPr>
            <p:cNvPr id="22" name="Line 24"/>
            <p:cNvSpPr>
              <a:spLocks noChangeShapeType="1"/>
            </p:cNvSpPr>
            <p:nvPr/>
          </p:nvSpPr>
          <p:spPr bwMode="auto">
            <a:xfrm>
              <a:off x="288" y="1776"/>
              <a:ext cx="0" cy="2208"/>
            </a:xfrm>
            <a:prstGeom prst="line">
              <a:avLst/>
            </a:prstGeom>
            <a:noFill/>
            <a:ln w="3810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sp>
          <p:nvSpPr>
            <p:cNvPr id="23" name="Line 25"/>
            <p:cNvSpPr>
              <a:spLocks noChangeShapeType="1"/>
            </p:cNvSpPr>
            <p:nvPr/>
          </p:nvSpPr>
          <p:spPr bwMode="auto">
            <a:xfrm>
              <a:off x="3360" y="1776"/>
              <a:ext cx="0" cy="2208"/>
            </a:xfrm>
            <a:prstGeom prst="line">
              <a:avLst/>
            </a:prstGeom>
            <a:noFill/>
            <a:ln w="3810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grpSp>
      <p:grpSp>
        <p:nvGrpSpPr>
          <p:cNvPr id="24" name="Group 36"/>
          <p:cNvGrpSpPr>
            <a:grpSpLocks/>
          </p:cNvGrpSpPr>
          <p:nvPr/>
        </p:nvGrpSpPr>
        <p:grpSpPr bwMode="auto">
          <a:xfrm>
            <a:off x="850900" y="3340100"/>
            <a:ext cx="4343400" cy="2667000"/>
            <a:chOff x="528" y="2352"/>
            <a:chExt cx="2736" cy="1680"/>
          </a:xfrm>
        </p:grpSpPr>
        <p:sp>
          <p:nvSpPr>
            <p:cNvPr id="25" name="Line 32"/>
            <p:cNvSpPr>
              <a:spLocks noChangeShapeType="1"/>
            </p:cNvSpPr>
            <p:nvPr/>
          </p:nvSpPr>
          <p:spPr bwMode="auto">
            <a:xfrm>
              <a:off x="528" y="2352"/>
              <a:ext cx="2736" cy="0"/>
            </a:xfrm>
            <a:prstGeom prst="line">
              <a:avLst/>
            </a:prstGeom>
            <a:noFill/>
            <a:ln w="3810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sp>
          <p:nvSpPr>
            <p:cNvPr id="26" name="Line 33"/>
            <p:cNvSpPr>
              <a:spLocks noChangeShapeType="1"/>
            </p:cNvSpPr>
            <p:nvPr/>
          </p:nvSpPr>
          <p:spPr bwMode="auto">
            <a:xfrm>
              <a:off x="528" y="2352"/>
              <a:ext cx="0" cy="1680"/>
            </a:xfrm>
            <a:prstGeom prst="line">
              <a:avLst/>
            </a:prstGeom>
            <a:noFill/>
            <a:ln w="3810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sp>
          <p:nvSpPr>
            <p:cNvPr id="27" name="Line 34"/>
            <p:cNvSpPr>
              <a:spLocks noChangeShapeType="1"/>
            </p:cNvSpPr>
            <p:nvPr/>
          </p:nvSpPr>
          <p:spPr bwMode="auto">
            <a:xfrm>
              <a:off x="3264" y="2352"/>
              <a:ext cx="0" cy="1680"/>
            </a:xfrm>
            <a:prstGeom prst="line">
              <a:avLst/>
            </a:prstGeom>
            <a:noFill/>
            <a:ln w="3810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grpSp>
      <p:sp>
        <p:nvSpPr>
          <p:cNvPr id="28" name="Rectangle 37"/>
          <p:cNvSpPr>
            <a:spLocks noChangeArrowheads="1"/>
          </p:cNvSpPr>
          <p:nvPr/>
        </p:nvSpPr>
        <p:spPr bwMode="auto">
          <a:xfrm>
            <a:off x="1308100" y="4191000"/>
            <a:ext cx="3810000" cy="1219200"/>
          </a:xfrm>
          <a:prstGeom prst="rect">
            <a:avLst/>
          </a:prstGeom>
          <a:noFill/>
          <a:ln w="38100">
            <a:solidFill>
              <a:srgbClr val="66FF33"/>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sp>
        <p:nvSpPr>
          <p:cNvPr id="29" name="Line 38"/>
          <p:cNvSpPr>
            <a:spLocks noChangeShapeType="1"/>
          </p:cNvSpPr>
          <p:nvPr/>
        </p:nvSpPr>
        <p:spPr bwMode="auto">
          <a:xfrm flipH="1" flipV="1">
            <a:off x="3136900" y="4165600"/>
            <a:ext cx="304800" cy="1066800"/>
          </a:xfrm>
          <a:prstGeom prst="line">
            <a:avLst/>
          </a:prstGeom>
          <a:noFill/>
          <a:ln w="38100">
            <a:solidFill>
              <a:schemeClr val="accent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sp>
        <p:nvSpPr>
          <p:cNvPr id="30" name="Line 40"/>
          <p:cNvSpPr>
            <a:spLocks noChangeShapeType="1"/>
          </p:cNvSpPr>
          <p:nvPr/>
        </p:nvSpPr>
        <p:spPr bwMode="auto">
          <a:xfrm flipH="1">
            <a:off x="6184900" y="5080000"/>
            <a:ext cx="304800" cy="762000"/>
          </a:xfrm>
          <a:prstGeom prst="line">
            <a:avLst/>
          </a:prstGeom>
          <a:noFill/>
          <a:ln w="28575">
            <a:solidFill>
              <a:schemeClr val="accent1"/>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spTree>
    <p:extLst>
      <p:ext uri="{BB962C8B-B14F-4D97-AF65-F5344CB8AC3E}">
        <p14:creationId xmlns:p14="http://schemas.microsoft.com/office/powerpoint/2010/main" val="33135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0-#ppt_w/2"/>
                                          </p:val>
                                        </p:tav>
                                        <p:tav tm="100000">
                                          <p:val>
                                            <p:strVal val="#ppt_x"/>
                                          </p:val>
                                        </p:tav>
                                      </p:tavLst>
                                    </p:anim>
                                    <p:anim calcmode="lin" valueType="num">
                                      <p:cBhvr additive="base">
                                        <p:cTn id="24"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
                                            <p:txEl>
                                              <p:pRg st="7" end="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
                                            <p:txEl>
                                              <p:pRg st="8" end="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nodeType="click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0-#ppt_w/2"/>
                                          </p:val>
                                        </p:tav>
                                        <p:tav tm="100000">
                                          <p:val>
                                            <p:strVal val="#ppt_x"/>
                                          </p:val>
                                        </p:tav>
                                      </p:tavLst>
                                    </p:anim>
                                    <p:anim calcmode="lin" valueType="num">
                                      <p:cBhvr additive="base">
                                        <p:cTn id="40"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499"/>
                                          </p:stCondLst>
                                        </p:cTn>
                                        <p:tgtEl>
                                          <p:spTgt spid="2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9">
                                            <p:txEl>
                                              <p:pRg st="10" end="10"/>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9">
                                            <p:txEl>
                                              <p:pRg st="11" end="11"/>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9">
                                            <p:txEl>
                                              <p:pRg st="12" end="12"/>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9">
                                            <p:txEl>
                                              <p:pRg st="13" end="13"/>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499"/>
                                          </p:stCondLst>
                                        </p:cTn>
                                        <p:tgtEl>
                                          <p:spTgt spid="2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nodeType="clickEffect">
                                  <p:stCondLst>
                                    <p:cond delay="0"/>
                                  </p:stCondLst>
                                  <p:childTnLst>
                                    <p:set>
                                      <p:cBhvr>
                                        <p:cTn id="60" dur="1" fill="hold">
                                          <p:stCondLst>
                                            <p:cond delay="0"/>
                                          </p:stCondLst>
                                        </p:cTn>
                                        <p:tgtEl>
                                          <p:spTgt spid="30"/>
                                        </p:tgtEl>
                                        <p:attrNameLst>
                                          <p:attrName>style.visibility</p:attrName>
                                        </p:attrNameLst>
                                      </p:cBhvr>
                                      <p:to>
                                        <p:strVal val="visible"/>
                                      </p:to>
                                    </p:set>
                                    <p:anim calcmode="lin" valueType="num">
                                      <p:cBhvr additive="base">
                                        <p:cTn id="61" dur="500" fill="hold"/>
                                        <p:tgtEl>
                                          <p:spTgt spid="30"/>
                                        </p:tgtEl>
                                        <p:attrNameLst>
                                          <p:attrName>ppt_x</p:attrName>
                                        </p:attrNameLst>
                                      </p:cBhvr>
                                      <p:tavLst>
                                        <p:tav tm="0">
                                          <p:val>
                                            <p:strVal val="0-#ppt_w/2"/>
                                          </p:val>
                                        </p:tav>
                                        <p:tav tm="100000">
                                          <p:val>
                                            <p:strVal val="#ppt_x"/>
                                          </p:val>
                                        </p:tav>
                                      </p:tavLst>
                                    </p:anim>
                                    <p:anim calcmode="lin" valueType="num">
                                      <p:cBhvr additive="base">
                                        <p:cTn id="62" dur="500" fill="hold"/>
                                        <p:tgtEl>
                                          <p:spTgt spid="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6457950" y="6521451"/>
            <a:ext cx="2057400" cy="365125"/>
          </a:xfrm>
        </p:spPr>
        <p:txBody>
          <a:bodyPr/>
          <a:lstStyle/>
          <a:p>
            <a:fld id="{1FBC1585-C671-4F90-AA0D-FD45AA239D02}" type="slidenum">
              <a:rPr lang="en-US" smtClean="0"/>
              <a:t>12</a:t>
            </a:fld>
            <a:endParaRPr lang="en-US"/>
          </a:p>
        </p:txBody>
      </p:sp>
      <p:sp>
        <p:nvSpPr>
          <p:cNvPr id="9" name="Rectangle 3"/>
          <p:cNvSpPr>
            <a:spLocks noChangeArrowheads="1"/>
          </p:cNvSpPr>
          <p:nvPr/>
        </p:nvSpPr>
        <p:spPr bwMode="auto">
          <a:xfrm>
            <a:off x="-152400" y="1181100"/>
            <a:ext cx="57912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lstStyle>
            <a:lvl1pPr marL="342900" indent="-342900" algn="l">
              <a:buClr>
                <a:schemeClr val="folHlink"/>
              </a:buClr>
              <a:buChar char="*"/>
              <a:defRPr sz="2800">
                <a:solidFill>
                  <a:schemeClr val="tx1"/>
                </a:solidFill>
                <a:latin typeface="Arial" charset="0"/>
              </a:defRPr>
            </a:lvl1pPr>
            <a:lvl2pPr marL="742950" indent="-285750" algn="l">
              <a:buClr>
                <a:schemeClr val="folHlink"/>
              </a:buClr>
              <a:buSzPct val="80000"/>
              <a:buChar char="n"/>
              <a:defRPr sz="2400">
                <a:solidFill>
                  <a:schemeClr val="tx1"/>
                </a:solidFill>
                <a:latin typeface="Arial" charset="0"/>
              </a:defRPr>
            </a:lvl2pPr>
            <a:lvl3pPr marL="1143000" indent="-228600" algn="l">
              <a:buClr>
                <a:schemeClr val="folHlink"/>
              </a:buClr>
              <a:buSzPct val="80000"/>
              <a:buFont typeface="Wingdings" charset="2"/>
              <a:buChar char="1"/>
              <a:defRPr sz="2000">
                <a:solidFill>
                  <a:schemeClr val="tx1"/>
                </a:solidFill>
                <a:latin typeface="Arial" charset="0"/>
              </a:defRPr>
            </a:lvl3pPr>
            <a:lvl4pPr marL="1600200" indent="-228600" algn="l">
              <a:buSzPct val="65000"/>
              <a:defRPr sz="2000">
                <a:solidFill>
                  <a:schemeClr val="tx1"/>
                </a:solidFill>
                <a:latin typeface="Arial" charset="0"/>
              </a:defRPr>
            </a:lvl4pPr>
            <a:lvl5pPr marL="2057400" indent="-228600" algn="l">
              <a:buClr>
                <a:schemeClr val="folHlink"/>
              </a:buClr>
              <a:buSzPct val="80000"/>
              <a:buChar char="n"/>
              <a:defRPr sz="2000">
                <a:solidFill>
                  <a:schemeClr val="tx1"/>
                </a:solidFill>
                <a:latin typeface="Arial" charset="0"/>
              </a:defRPr>
            </a:lvl5pPr>
            <a:lvl6pPr marL="2514600" indent="-228600" eaLnBrk="0" fontAlgn="base" hangingPunct="0">
              <a:spcBef>
                <a:spcPct val="20000"/>
              </a:spcBef>
              <a:spcAft>
                <a:spcPct val="0"/>
              </a:spcAft>
              <a:buClr>
                <a:schemeClr val="folHlink"/>
              </a:buClr>
              <a:buSzPct val="80000"/>
              <a:buFont typeface="Monotype Sorts" charset="2"/>
              <a:buChar char="n"/>
              <a:defRPr sz="2000">
                <a:solidFill>
                  <a:schemeClr val="tx1"/>
                </a:solidFill>
                <a:latin typeface="Arial" charset="0"/>
              </a:defRPr>
            </a:lvl6pPr>
            <a:lvl7pPr marL="2971800" indent="-228600" eaLnBrk="0" fontAlgn="base" hangingPunct="0">
              <a:spcBef>
                <a:spcPct val="20000"/>
              </a:spcBef>
              <a:spcAft>
                <a:spcPct val="0"/>
              </a:spcAft>
              <a:buClr>
                <a:schemeClr val="folHlink"/>
              </a:buClr>
              <a:buSzPct val="80000"/>
              <a:buFont typeface="Monotype Sorts" charset="2"/>
              <a:buChar char="n"/>
              <a:defRPr sz="2000">
                <a:solidFill>
                  <a:schemeClr val="tx1"/>
                </a:solidFill>
                <a:latin typeface="Arial" charset="0"/>
              </a:defRPr>
            </a:lvl7pPr>
            <a:lvl8pPr marL="3429000" indent="-228600" eaLnBrk="0" fontAlgn="base" hangingPunct="0">
              <a:spcBef>
                <a:spcPct val="20000"/>
              </a:spcBef>
              <a:spcAft>
                <a:spcPct val="0"/>
              </a:spcAft>
              <a:buClr>
                <a:schemeClr val="folHlink"/>
              </a:buClr>
              <a:buSzPct val="80000"/>
              <a:buFont typeface="Monotype Sorts" charset="2"/>
              <a:buChar char="n"/>
              <a:defRPr sz="2000">
                <a:solidFill>
                  <a:schemeClr val="tx1"/>
                </a:solidFill>
                <a:latin typeface="Arial" charset="0"/>
              </a:defRPr>
            </a:lvl8pPr>
            <a:lvl9pPr marL="3886200" indent="-228600" eaLnBrk="0" fontAlgn="base" hangingPunct="0">
              <a:spcBef>
                <a:spcPct val="20000"/>
              </a:spcBef>
              <a:spcAft>
                <a:spcPct val="0"/>
              </a:spcAft>
              <a:buClr>
                <a:schemeClr val="folHlink"/>
              </a:buClr>
              <a:buSzPct val="80000"/>
              <a:buFont typeface="Monotype Sorts" charset="2"/>
              <a:buChar char="n"/>
              <a:defRPr sz="2000">
                <a:solidFill>
                  <a:schemeClr val="tx1"/>
                </a:solidFill>
                <a:latin typeface="Arial" charset="0"/>
              </a:defRPr>
            </a:lvl9pPr>
          </a:lstStyle>
          <a:p>
            <a:pPr algn="just">
              <a:lnSpc>
                <a:spcPct val="90000"/>
              </a:lnSpc>
              <a:spcBef>
                <a:spcPct val="20000"/>
              </a:spcBef>
              <a:buSzPct val="75000"/>
              <a:buFont typeface="Monotype Sorts" charset="2"/>
              <a:buNone/>
              <a:defRPr/>
            </a:pPr>
            <a:r>
              <a:rPr lang="en-US" altLang="en-US" dirty="0">
                <a:latin typeface="Courier" charset="0"/>
              </a:rPr>
              <a:t>  </a:t>
            </a:r>
            <a:r>
              <a:rPr lang="en-US" altLang="en-US" dirty="0">
                <a:latin typeface="Courier New" charset="0"/>
              </a:rPr>
              <a:t>	      </a:t>
            </a:r>
            <a:r>
              <a:rPr lang="en-US" altLang="en-US" sz="1800" dirty="0">
                <a:latin typeface="Courier New" charset="0"/>
              </a:rPr>
              <a:t>fib(0):</a:t>
            </a:r>
          </a:p>
          <a:p>
            <a:pPr lvl="2" algn="just">
              <a:lnSpc>
                <a:spcPct val="90000"/>
              </a:lnSpc>
              <a:spcBef>
                <a:spcPct val="20000"/>
              </a:spcBef>
              <a:buFont typeface="Wingdings" charset="2"/>
              <a:buNone/>
              <a:defRPr/>
            </a:pPr>
            <a:r>
              <a:rPr lang="en-US" altLang="en-US" sz="1800" dirty="0">
                <a:latin typeface="Courier New" charset="0"/>
              </a:rPr>
              <a:t>         	0 == 0 ?  Yes.</a:t>
            </a:r>
          </a:p>
          <a:p>
            <a:pPr lvl="2" algn="just">
              <a:lnSpc>
                <a:spcPct val="90000"/>
              </a:lnSpc>
              <a:spcBef>
                <a:spcPct val="20000"/>
              </a:spcBef>
              <a:buFont typeface="Wingdings" charset="2"/>
              <a:buNone/>
              <a:defRPr/>
            </a:pPr>
            <a:r>
              <a:rPr lang="en-US" altLang="en-US" sz="1800" dirty="0">
                <a:latin typeface="Courier New" charset="0"/>
              </a:rPr>
              <a:t>   	   	fib(0) = 0; </a:t>
            </a:r>
          </a:p>
          <a:p>
            <a:pPr lvl="2" algn="just">
              <a:lnSpc>
                <a:spcPct val="90000"/>
              </a:lnSpc>
              <a:spcBef>
                <a:spcPct val="20000"/>
              </a:spcBef>
              <a:buFont typeface="Wingdings" charset="2"/>
              <a:buNone/>
              <a:defRPr/>
            </a:pPr>
            <a:r>
              <a:rPr lang="en-US" altLang="en-US" sz="1800" dirty="0">
                <a:solidFill>
                  <a:srgbClr val="A2C1FE"/>
                </a:solidFill>
                <a:latin typeface="Courier New" charset="0"/>
              </a:rPr>
              <a:t>	  	   	return</a:t>
            </a:r>
            <a:r>
              <a:rPr lang="en-US" altLang="en-US" sz="1800" dirty="0">
                <a:latin typeface="Courier New" charset="0"/>
              </a:rPr>
              <a:t> fib(0);</a:t>
            </a:r>
          </a:p>
          <a:p>
            <a:pPr lvl="2" algn="just">
              <a:lnSpc>
                <a:spcPct val="90000"/>
              </a:lnSpc>
              <a:spcBef>
                <a:spcPct val="20000"/>
              </a:spcBef>
              <a:buFont typeface="Wingdings" charset="2"/>
              <a:buNone/>
              <a:defRPr/>
            </a:pPr>
            <a:r>
              <a:rPr lang="en-US" altLang="en-US" sz="1400" dirty="0">
                <a:latin typeface="Courier New" charset="0"/>
              </a:rPr>
              <a:t>     </a:t>
            </a:r>
            <a:r>
              <a:rPr lang="en-US" altLang="en-US" sz="1800" dirty="0">
                <a:latin typeface="Courier New" charset="0"/>
              </a:rPr>
              <a:t>fib(2) = 1 + 0 = 1;</a:t>
            </a:r>
          </a:p>
          <a:p>
            <a:pPr lvl="2" algn="just">
              <a:lnSpc>
                <a:spcPct val="90000"/>
              </a:lnSpc>
              <a:spcBef>
                <a:spcPct val="20000"/>
              </a:spcBef>
              <a:buFont typeface="Wingdings" charset="2"/>
              <a:buNone/>
              <a:defRPr/>
            </a:pPr>
            <a:r>
              <a:rPr lang="en-US" altLang="en-US" sz="1800" dirty="0">
                <a:latin typeface="Courier New" charset="0"/>
              </a:rPr>
              <a:t>    </a:t>
            </a:r>
            <a:r>
              <a:rPr lang="en-US" altLang="en-US" sz="1800" dirty="0">
                <a:solidFill>
                  <a:srgbClr val="A2C1FE"/>
                </a:solidFill>
                <a:latin typeface="Courier New" charset="0"/>
              </a:rPr>
              <a:t>return</a:t>
            </a:r>
            <a:r>
              <a:rPr lang="en-US" altLang="en-US" sz="1800" dirty="0">
                <a:latin typeface="Courier New" charset="0"/>
              </a:rPr>
              <a:t> fib(2);</a:t>
            </a:r>
            <a:r>
              <a:rPr lang="en-US" altLang="en-US" sz="1400" dirty="0">
                <a:latin typeface="Courier New" charset="0"/>
              </a:rPr>
              <a:t>   </a:t>
            </a:r>
          </a:p>
          <a:p>
            <a:pPr lvl="1" algn="just">
              <a:lnSpc>
                <a:spcPct val="90000"/>
              </a:lnSpc>
              <a:spcBef>
                <a:spcPct val="20000"/>
              </a:spcBef>
              <a:buFont typeface="Monotype Sorts" charset="2"/>
              <a:buNone/>
              <a:defRPr/>
            </a:pPr>
            <a:r>
              <a:rPr lang="en-US" altLang="en-US" sz="2000" dirty="0">
                <a:latin typeface="Courier New" charset="0"/>
              </a:rPr>
              <a:t>    fib(3) = 1 + fib(1)</a:t>
            </a:r>
          </a:p>
          <a:p>
            <a:pPr algn="just">
              <a:lnSpc>
                <a:spcPct val="90000"/>
              </a:lnSpc>
              <a:spcBef>
                <a:spcPct val="20000"/>
              </a:spcBef>
              <a:buSzPct val="75000"/>
              <a:buFont typeface="Monotype Sorts" charset="2"/>
              <a:buNone/>
              <a:defRPr/>
            </a:pPr>
            <a:r>
              <a:rPr lang="en-US" altLang="en-US" sz="1800" dirty="0">
                <a:latin typeface="Courier New" charset="0"/>
              </a:rPr>
              <a:t>		     </a:t>
            </a:r>
            <a:r>
              <a:rPr lang="en-US" altLang="en-US" sz="2000" dirty="0">
                <a:latin typeface="Courier New" charset="0"/>
              </a:rPr>
              <a:t>fib(1):</a:t>
            </a:r>
          </a:p>
          <a:p>
            <a:pPr lvl="2" algn="just">
              <a:lnSpc>
                <a:spcPct val="90000"/>
              </a:lnSpc>
              <a:spcBef>
                <a:spcPct val="20000"/>
              </a:spcBef>
              <a:buFont typeface="Wingdings" charset="2"/>
              <a:buNone/>
              <a:defRPr/>
            </a:pPr>
            <a:r>
              <a:rPr lang="en-US" altLang="en-US" dirty="0">
                <a:latin typeface="Courier New" charset="0"/>
              </a:rPr>
              <a:t>     1 == 0 ? No; 1 == 1? Yes</a:t>
            </a:r>
          </a:p>
          <a:p>
            <a:pPr lvl="2" algn="just">
              <a:lnSpc>
                <a:spcPct val="90000"/>
              </a:lnSpc>
              <a:spcBef>
                <a:spcPct val="20000"/>
              </a:spcBef>
              <a:buFont typeface="Wingdings" charset="2"/>
              <a:buNone/>
              <a:defRPr/>
            </a:pPr>
            <a:r>
              <a:rPr lang="en-US" altLang="en-US" dirty="0">
                <a:latin typeface="Courier New" charset="0"/>
              </a:rPr>
              <a:t>     fib</a:t>
            </a:r>
            <a:r>
              <a:rPr lang="en-US" altLang="en-US" sz="1600" dirty="0">
                <a:latin typeface="Courier New" charset="0"/>
              </a:rPr>
              <a:t>(1)</a:t>
            </a:r>
            <a:r>
              <a:rPr lang="en-US" altLang="en-US" dirty="0">
                <a:latin typeface="Courier New" charset="0"/>
              </a:rPr>
              <a:t> = 1;</a:t>
            </a:r>
          </a:p>
          <a:p>
            <a:pPr lvl="2" algn="just">
              <a:lnSpc>
                <a:spcPct val="90000"/>
              </a:lnSpc>
              <a:spcBef>
                <a:spcPct val="20000"/>
              </a:spcBef>
              <a:buFont typeface="Wingdings" charset="2"/>
              <a:buNone/>
              <a:defRPr/>
            </a:pPr>
            <a:r>
              <a:rPr lang="en-US" altLang="en-US" dirty="0">
                <a:solidFill>
                  <a:srgbClr val="A2C1FE"/>
                </a:solidFill>
                <a:latin typeface="Courier New" charset="0"/>
              </a:rPr>
              <a:t>	    return</a:t>
            </a:r>
            <a:r>
              <a:rPr lang="en-US" altLang="en-US" dirty="0">
                <a:latin typeface="Courier New" charset="0"/>
              </a:rPr>
              <a:t> fib</a:t>
            </a:r>
            <a:r>
              <a:rPr lang="en-US" altLang="en-US" sz="1800" dirty="0">
                <a:latin typeface="Courier New" charset="0"/>
              </a:rPr>
              <a:t>(1)</a:t>
            </a:r>
            <a:r>
              <a:rPr lang="en-US" altLang="en-US" sz="1400" dirty="0">
                <a:latin typeface="Courier New" charset="0"/>
              </a:rPr>
              <a:t>;</a:t>
            </a:r>
          </a:p>
          <a:p>
            <a:pPr lvl="1" algn="just">
              <a:lnSpc>
                <a:spcPct val="90000"/>
              </a:lnSpc>
              <a:spcBef>
                <a:spcPct val="20000"/>
              </a:spcBef>
              <a:buFont typeface="Monotype Sorts" charset="2"/>
              <a:buNone/>
              <a:defRPr/>
            </a:pPr>
            <a:r>
              <a:rPr lang="en-US" altLang="en-US" sz="2000" dirty="0">
                <a:latin typeface="Courier New" charset="0"/>
              </a:rPr>
              <a:t>		 fib(3) = 1 + 1 = 2;</a:t>
            </a:r>
          </a:p>
          <a:p>
            <a:pPr lvl="1" algn="just">
              <a:lnSpc>
                <a:spcPct val="90000"/>
              </a:lnSpc>
              <a:spcBef>
                <a:spcPct val="20000"/>
              </a:spcBef>
              <a:buFont typeface="Monotype Sorts" charset="2"/>
              <a:buNone/>
              <a:defRPr/>
            </a:pPr>
            <a:r>
              <a:rPr lang="en-US" altLang="en-US" sz="2000" dirty="0">
                <a:latin typeface="Courier New" charset="0"/>
              </a:rPr>
              <a:t>    </a:t>
            </a:r>
            <a:r>
              <a:rPr lang="en-US" altLang="en-US" sz="2000" dirty="0">
                <a:solidFill>
                  <a:srgbClr val="A2C1FE"/>
                </a:solidFill>
                <a:latin typeface="Courier New" charset="0"/>
              </a:rPr>
              <a:t>return</a:t>
            </a:r>
            <a:r>
              <a:rPr lang="en-US" altLang="en-US" sz="2000" dirty="0">
                <a:latin typeface="Courier New" charset="0"/>
              </a:rPr>
              <a:t> fib(3)</a:t>
            </a:r>
          </a:p>
        </p:txBody>
      </p:sp>
      <p:pic>
        <p:nvPicPr>
          <p:cNvPr id="10" name="Picture 6"/>
          <p:cNvPicPr>
            <a:picLocks noChangeAspect="1" noChangeArrowheads="1"/>
          </p:cNvPicPr>
          <p:nvPr/>
        </p:nvPicPr>
        <p:blipFill>
          <a:blip r:embed="rId2">
            <a:extLst>
              <a:ext uri="{28A0092B-C50C-407E-A947-70E740481C1C}">
                <a14:useLocalDpi xmlns:a14="http://schemas.microsoft.com/office/drawing/2010/main" val="0"/>
              </a:ext>
            </a:extLst>
          </a:blip>
          <a:srcRect l="51927" t="3551" r="3629" b="13213"/>
          <a:stretch>
            <a:fillRect/>
          </a:stretch>
        </p:blipFill>
        <p:spPr bwMode="auto">
          <a:xfrm>
            <a:off x="5638800" y="1231900"/>
            <a:ext cx="3317875"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11" name="Line 7"/>
          <p:cNvSpPr>
            <a:spLocks noChangeShapeType="1"/>
          </p:cNvSpPr>
          <p:nvPr/>
        </p:nvSpPr>
        <p:spPr bwMode="auto">
          <a:xfrm>
            <a:off x="6400800" y="3975100"/>
            <a:ext cx="304800" cy="838200"/>
          </a:xfrm>
          <a:prstGeom prst="line">
            <a:avLst/>
          </a:prstGeom>
          <a:noFill/>
          <a:ln w="28575">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sp>
        <p:nvSpPr>
          <p:cNvPr id="12" name="Line 8"/>
          <p:cNvSpPr>
            <a:spLocks noChangeShapeType="1"/>
          </p:cNvSpPr>
          <p:nvPr/>
        </p:nvSpPr>
        <p:spPr bwMode="auto">
          <a:xfrm>
            <a:off x="6781800" y="2679700"/>
            <a:ext cx="304800" cy="838200"/>
          </a:xfrm>
          <a:prstGeom prst="line">
            <a:avLst/>
          </a:prstGeom>
          <a:noFill/>
          <a:ln w="28575">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grpSp>
        <p:nvGrpSpPr>
          <p:cNvPr id="13" name="Group 15"/>
          <p:cNvGrpSpPr>
            <a:grpSpLocks/>
          </p:cNvGrpSpPr>
          <p:nvPr/>
        </p:nvGrpSpPr>
        <p:grpSpPr bwMode="auto">
          <a:xfrm>
            <a:off x="762000" y="927100"/>
            <a:ext cx="4724400" cy="4572000"/>
            <a:chOff x="480" y="1008"/>
            <a:chExt cx="2976" cy="2880"/>
          </a:xfrm>
        </p:grpSpPr>
        <p:sp>
          <p:nvSpPr>
            <p:cNvPr id="14" name="Line 12"/>
            <p:cNvSpPr>
              <a:spLocks noChangeShapeType="1"/>
            </p:cNvSpPr>
            <p:nvPr/>
          </p:nvSpPr>
          <p:spPr bwMode="auto">
            <a:xfrm>
              <a:off x="480" y="3888"/>
              <a:ext cx="2976" cy="0"/>
            </a:xfrm>
            <a:prstGeom prst="line">
              <a:avLst/>
            </a:prstGeom>
            <a:noFill/>
            <a:ln w="3810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sp>
          <p:nvSpPr>
            <p:cNvPr id="15" name="Line 13"/>
            <p:cNvSpPr>
              <a:spLocks noChangeShapeType="1"/>
            </p:cNvSpPr>
            <p:nvPr/>
          </p:nvSpPr>
          <p:spPr bwMode="auto">
            <a:xfrm>
              <a:off x="480" y="1008"/>
              <a:ext cx="0" cy="2880"/>
            </a:xfrm>
            <a:prstGeom prst="line">
              <a:avLst/>
            </a:prstGeom>
            <a:noFill/>
            <a:ln w="3810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sp>
          <p:nvSpPr>
            <p:cNvPr id="16" name="Line 14"/>
            <p:cNvSpPr>
              <a:spLocks noChangeShapeType="1"/>
            </p:cNvSpPr>
            <p:nvPr/>
          </p:nvSpPr>
          <p:spPr bwMode="auto">
            <a:xfrm>
              <a:off x="3456" y="1008"/>
              <a:ext cx="0" cy="2880"/>
            </a:xfrm>
            <a:prstGeom prst="line">
              <a:avLst/>
            </a:prstGeom>
            <a:noFill/>
            <a:ln w="3810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grpSp>
      <p:sp>
        <p:nvSpPr>
          <p:cNvPr id="17" name="Rectangle 17"/>
          <p:cNvSpPr>
            <a:spLocks noChangeArrowheads="1"/>
          </p:cNvSpPr>
          <p:nvPr/>
        </p:nvSpPr>
        <p:spPr bwMode="auto">
          <a:xfrm>
            <a:off x="1295400" y="3505200"/>
            <a:ext cx="4038600" cy="1295400"/>
          </a:xfrm>
          <a:prstGeom prst="rect">
            <a:avLst/>
          </a:prstGeom>
          <a:noFill/>
          <a:ln w="38100">
            <a:solidFill>
              <a:srgbClr val="66FF33"/>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grpSp>
        <p:nvGrpSpPr>
          <p:cNvPr id="18" name="Group 21"/>
          <p:cNvGrpSpPr>
            <a:grpSpLocks/>
          </p:cNvGrpSpPr>
          <p:nvPr/>
        </p:nvGrpSpPr>
        <p:grpSpPr bwMode="auto">
          <a:xfrm>
            <a:off x="1295400" y="927100"/>
            <a:ext cx="4038600" cy="2209800"/>
            <a:chOff x="816" y="1008"/>
            <a:chExt cx="2544" cy="1392"/>
          </a:xfrm>
        </p:grpSpPr>
        <p:sp>
          <p:nvSpPr>
            <p:cNvPr id="19" name="Line 18"/>
            <p:cNvSpPr>
              <a:spLocks noChangeShapeType="1"/>
            </p:cNvSpPr>
            <p:nvPr/>
          </p:nvSpPr>
          <p:spPr bwMode="auto">
            <a:xfrm>
              <a:off x="816" y="2400"/>
              <a:ext cx="2544" cy="0"/>
            </a:xfrm>
            <a:prstGeom prst="line">
              <a:avLst/>
            </a:prstGeom>
            <a:noFill/>
            <a:ln w="3810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sp>
          <p:nvSpPr>
            <p:cNvPr id="20" name="Line 19"/>
            <p:cNvSpPr>
              <a:spLocks noChangeShapeType="1"/>
            </p:cNvSpPr>
            <p:nvPr/>
          </p:nvSpPr>
          <p:spPr bwMode="auto">
            <a:xfrm>
              <a:off x="816" y="1008"/>
              <a:ext cx="0" cy="1392"/>
            </a:xfrm>
            <a:prstGeom prst="line">
              <a:avLst/>
            </a:prstGeom>
            <a:noFill/>
            <a:ln w="3810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sp>
          <p:nvSpPr>
            <p:cNvPr id="21" name="Line 20"/>
            <p:cNvSpPr>
              <a:spLocks noChangeShapeType="1"/>
            </p:cNvSpPr>
            <p:nvPr/>
          </p:nvSpPr>
          <p:spPr bwMode="auto">
            <a:xfrm>
              <a:off x="3360" y="1008"/>
              <a:ext cx="0" cy="1392"/>
            </a:xfrm>
            <a:prstGeom prst="line">
              <a:avLst/>
            </a:prstGeom>
            <a:noFill/>
            <a:ln w="3810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grpSp>
      <p:sp>
        <p:nvSpPr>
          <p:cNvPr id="22" name="Rectangle 22"/>
          <p:cNvSpPr>
            <a:spLocks noChangeArrowheads="1"/>
          </p:cNvSpPr>
          <p:nvPr/>
        </p:nvSpPr>
        <p:spPr bwMode="auto">
          <a:xfrm>
            <a:off x="1752600" y="1295400"/>
            <a:ext cx="3124200" cy="1219200"/>
          </a:xfrm>
          <a:prstGeom prst="rect">
            <a:avLst/>
          </a:prstGeom>
          <a:noFill/>
          <a:ln w="38100">
            <a:solidFill>
              <a:srgbClr val="66FF33"/>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sp>
        <p:nvSpPr>
          <p:cNvPr id="23" name="Line 23"/>
          <p:cNvSpPr>
            <a:spLocks noChangeShapeType="1"/>
          </p:cNvSpPr>
          <p:nvPr/>
        </p:nvSpPr>
        <p:spPr bwMode="auto">
          <a:xfrm>
            <a:off x="6477000" y="3898900"/>
            <a:ext cx="304800" cy="838200"/>
          </a:xfrm>
          <a:prstGeom prst="line">
            <a:avLst/>
          </a:prstGeom>
          <a:noFill/>
          <a:ln w="28575">
            <a:solidFill>
              <a:schemeClr val="accent1"/>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sp>
        <p:nvSpPr>
          <p:cNvPr id="24" name="Line 24"/>
          <p:cNvSpPr>
            <a:spLocks noChangeShapeType="1"/>
          </p:cNvSpPr>
          <p:nvPr/>
        </p:nvSpPr>
        <p:spPr bwMode="auto">
          <a:xfrm flipH="1">
            <a:off x="6324600" y="2679700"/>
            <a:ext cx="381000" cy="838200"/>
          </a:xfrm>
          <a:prstGeom prst="line">
            <a:avLst/>
          </a:prstGeom>
          <a:noFill/>
          <a:ln w="28575">
            <a:solidFill>
              <a:schemeClr val="accent1"/>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sp>
        <p:nvSpPr>
          <p:cNvPr id="25" name="Line 25"/>
          <p:cNvSpPr>
            <a:spLocks noChangeShapeType="1"/>
          </p:cNvSpPr>
          <p:nvPr/>
        </p:nvSpPr>
        <p:spPr bwMode="auto">
          <a:xfrm>
            <a:off x="6934200" y="2679700"/>
            <a:ext cx="304800" cy="838200"/>
          </a:xfrm>
          <a:prstGeom prst="line">
            <a:avLst/>
          </a:prstGeom>
          <a:noFill/>
          <a:ln w="28575">
            <a:solidFill>
              <a:schemeClr val="accent1"/>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sp>
        <p:nvSpPr>
          <p:cNvPr id="26" name="Line 26"/>
          <p:cNvSpPr>
            <a:spLocks noChangeShapeType="1"/>
          </p:cNvSpPr>
          <p:nvPr/>
        </p:nvSpPr>
        <p:spPr bwMode="auto">
          <a:xfrm flipH="1">
            <a:off x="6781800" y="1536700"/>
            <a:ext cx="609600" cy="685800"/>
          </a:xfrm>
          <a:prstGeom prst="line">
            <a:avLst/>
          </a:prstGeom>
          <a:noFill/>
          <a:ln w="28575">
            <a:solidFill>
              <a:schemeClr val="accent1"/>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sp>
        <p:nvSpPr>
          <p:cNvPr id="27" name="Line 27"/>
          <p:cNvSpPr>
            <a:spLocks noChangeShapeType="1"/>
          </p:cNvSpPr>
          <p:nvPr/>
        </p:nvSpPr>
        <p:spPr bwMode="auto">
          <a:xfrm flipH="1">
            <a:off x="6934200" y="1536700"/>
            <a:ext cx="609600" cy="685800"/>
          </a:xfrm>
          <a:prstGeom prst="line">
            <a:avLst/>
          </a:prstGeom>
          <a:noFill/>
          <a:ln w="28575">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sp>
        <p:nvSpPr>
          <p:cNvPr id="28" name="Line 28"/>
          <p:cNvSpPr>
            <a:spLocks noChangeShapeType="1"/>
          </p:cNvSpPr>
          <p:nvPr/>
        </p:nvSpPr>
        <p:spPr bwMode="auto">
          <a:xfrm flipH="1">
            <a:off x="6477000" y="2679700"/>
            <a:ext cx="304800" cy="838200"/>
          </a:xfrm>
          <a:prstGeom prst="line">
            <a:avLst/>
          </a:prstGeom>
          <a:noFill/>
          <a:ln w="28575">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sp>
        <p:nvSpPr>
          <p:cNvPr id="29" name="Line 29"/>
          <p:cNvSpPr>
            <a:spLocks noChangeShapeType="1"/>
          </p:cNvSpPr>
          <p:nvPr/>
        </p:nvSpPr>
        <p:spPr bwMode="auto">
          <a:xfrm flipH="1">
            <a:off x="6019800" y="3975100"/>
            <a:ext cx="304800" cy="838200"/>
          </a:xfrm>
          <a:prstGeom prst="line">
            <a:avLst/>
          </a:prstGeom>
          <a:noFill/>
          <a:ln w="28575">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sp>
        <p:nvSpPr>
          <p:cNvPr id="30" name="Line 30"/>
          <p:cNvSpPr>
            <a:spLocks noChangeShapeType="1"/>
          </p:cNvSpPr>
          <p:nvPr/>
        </p:nvSpPr>
        <p:spPr bwMode="auto">
          <a:xfrm flipV="1">
            <a:off x="5943600" y="4051300"/>
            <a:ext cx="304800" cy="6858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sp>
        <p:nvSpPr>
          <p:cNvPr id="31" name="Line 31"/>
          <p:cNvSpPr>
            <a:spLocks noChangeShapeType="1"/>
          </p:cNvSpPr>
          <p:nvPr/>
        </p:nvSpPr>
        <p:spPr bwMode="auto">
          <a:xfrm flipV="1">
            <a:off x="5867400" y="4051300"/>
            <a:ext cx="304800" cy="685800"/>
          </a:xfrm>
          <a:prstGeom prst="line">
            <a:avLst/>
          </a:prstGeom>
          <a:noFill/>
          <a:ln w="28575">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sp>
        <p:nvSpPr>
          <p:cNvPr id="32" name="TextBox 31"/>
          <p:cNvSpPr txBox="1"/>
          <p:nvPr/>
        </p:nvSpPr>
        <p:spPr>
          <a:xfrm>
            <a:off x="80682" y="-26893"/>
            <a:ext cx="7977468" cy="584775"/>
          </a:xfrm>
          <a:prstGeom prst="rect">
            <a:avLst/>
          </a:prstGeom>
          <a:noFill/>
        </p:spPr>
        <p:txBody>
          <a:bodyPr wrap="square" rtlCol="0">
            <a:spAutoFit/>
          </a:bodyPr>
          <a:lstStyle/>
          <a:p>
            <a:r>
              <a:rPr lang="en-US" sz="3200" dirty="0">
                <a:solidFill>
                  <a:srgbClr val="FF0000"/>
                </a:solidFill>
              </a:rPr>
              <a:t>Recursion: </a:t>
            </a:r>
            <a:r>
              <a:rPr lang="en-US" altLang="en-US" sz="3200" dirty="0"/>
              <a:t>Trace a Fibonacci Number</a:t>
            </a:r>
            <a:r>
              <a:rPr lang="en-US" altLang="en-US" sz="2400" dirty="0"/>
              <a:t> </a:t>
            </a:r>
            <a:r>
              <a:rPr lang="en-US" sz="3200" dirty="0">
                <a:solidFill>
                  <a:srgbClr val="FF0000"/>
                </a:solidFill>
              </a:rPr>
              <a:t> </a:t>
            </a:r>
          </a:p>
        </p:txBody>
      </p:sp>
    </p:spTree>
    <p:extLst>
      <p:ext uri="{BB962C8B-B14F-4D97-AF65-F5344CB8AC3E}">
        <p14:creationId xmlns:p14="http://schemas.microsoft.com/office/powerpoint/2010/main" val="1991597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23"/>
                                        </p:tgtEl>
                                        <p:attrNameLst>
                                          <p:attrName>style.visibility</p:attrName>
                                        </p:attrNameLst>
                                      </p:cBhvr>
                                      <p:to>
                                        <p:strVal val="visible"/>
                                      </p:to>
                                    </p:set>
                                    <p:anim calcmode="lin" valueType="num">
                                      <p:cBhvr additive="base">
                                        <p:cTn id="25" dur="500" fill="hold"/>
                                        <p:tgtEl>
                                          <p:spTgt spid="23"/>
                                        </p:tgtEl>
                                        <p:attrNameLst>
                                          <p:attrName>ppt_x</p:attrName>
                                        </p:attrNameLst>
                                      </p:cBhvr>
                                      <p:tavLst>
                                        <p:tav tm="0">
                                          <p:val>
                                            <p:strVal val="0-#ppt_w/2"/>
                                          </p:val>
                                        </p:tav>
                                        <p:tav tm="100000">
                                          <p:val>
                                            <p:strVal val="#ppt_x"/>
                                          </p:val>
                                        </p:tav>
                                      </p:tavLst>
                                    </p:anim>
                                    <p:anim calcmode="lin" valueType="num">
                                      <p:cBhvr additive="base">
                                        <p:cTn id="26"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
                                            <p:txEl>
                                              <p:pRg st="5" end="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nodeType="clickEffect">
                                  <p:stCondLst>
                                    <p:cond delay="0"/>
                                  </p:stCondLst>
                                  <p:childTnLst>
                                    <p:set>
                                      <p:cBhvr>
                                        <p:cTn id="38" dur="1" fill="hold">
                                          <p:stCondLst>
                                            <p:cond delay="0"/>
                                          </p:stCondLst>
                                        </p:cTn>
                                        <p:tgtEl>
                                          <p:spTgt spid="24"/>
                                        </p:tgtEl>
                                        <p:attrNameLst>
                                          <p:attrName>style.visibility</p:attrName>
                                        </p:attrNameLst>
                                      </p:cBhvr>
                                      <p:to>
                                        <p:strVal val="visible"/>
                                      </p:to>
                                    </p:set>
                                    <p:anim calcmode="lin" valueType="num">
                                      <p:cBhvr additive="base">
                                        <p:cTn id="39" dur="500" fill="hold"/>
                                        <p:tgtEl>
                                          <p:spTgt spid="24"/>
                                        </p:tgtEl>
                                        <p:attrNameLst>
                                          <p:attrName>ppt_x</p:attrName>
                                        </p:attrNameLst>
                                      </p:cBhvr>
                                      <p:tavLst>
                                        <p:tav tm="0">
                                          <p:val>
                                            <p:strVal val="0-#ppt_w/2"/>
                                          </p:val>
                                        </p:tav>
                                        <p:tav tm="100000">
                                          <p:val>
                                            <p:strVal val="#ppt_x"/>
                                          </p:val>
                                        </p:tav>
                                      </p:tavLst>
                                    </p:anim>
                                    <p:anim calcmode="lin" valueType="num">
                                      <p:cBhvr additive="base">
                                        <p:cTn id="40"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additive="base">
                                        <p:cTn id="49" dur="500" fill="hold"/>
                                        <p:tgtEl>
                                          <p:spTgt spid="12"/>
                                        </p:tgtEl>
                                        <p:attrNameLst>
                                          <p:attrName>ppt_x</p:attrName>
                                        </p:attrNameLst>
                                      </p:cBhvr>
                                      <p:tavLst>
                                        <p:tav tm="0">
                                          <p:val>
                                            <p:strVal val="#ppt_x"/>
                                          </p:val>
                                        </p:tav>
                                        <p:tav tm="100000">
                                          <p:val>
                                            <p:strVal val="#ppt_x"/>
                                          </p:val>
                                        </p:tav>
                                      </p:tavLst>
                                    </p:anim>
                                    <p:anim calcmode="lin" valueType="num">
                                      <p:cBhvr additive="base">
                                        <p:cTn id="5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9">
                                            <p:txEl>
                                              <p:pRg st="7" end="7"/>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9">
                                            <p:txEl>
                                              <p:pRg st="8" end="8"/>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9">
                                            <p:txEl>
                                              <p:pRg st="9" end="9"/>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nodeType="clickEffect">
                                  <p:stCondLst>
                                    <p:cond delay="0"/>
                                  </p:stCondLst>
                                  <p:childTnLst>
                                    <p:set>
                                      <p:cBhvr>
                                        <p:cTn id="66" dur="1" fill="hold">
                                          <p:stCondLst>
                                            <p:cond delay="0"/>
                                          </p:stCondLst>
                                        </p:cTn>
                                        <p:tgtEl>
                                          <p:spTgt spid="25"/>
                                        </p:tgtEl>
                                        <p:attrNameLst>
                                          <p:attrName>style.visibility</p:attrName>
                                        </p:attrNameLst>
                                      </p:cBhvr>
                                      <p:to>
                                        <p:strVal val="visible"/>
                                      </p:to>
                                    </p:set>
                                    <p:anim calcmode="lin" valueType="num">
                                      <p:cBhvr additive="base">
                                        <p:cTn id="67" dur="500" fill="hold"/>
                                        <p:tgtEl>
                                          <p:spTgt spid="25"/>
                                        </p:tgtEl>
                                        <p:attrNameLst>
                                          <p:attrName>ppt_x</p:attrName>
                                        </p:attrNameLst>
                                      </p:cBhvr>
                                      <p:tavLst>
                                        <p:tav tm="0">
                                          <p:val>
                                            <p:strVal val="0-#ppt_w/2"/>
                                          </p:val>
                                        </p:tav>
                                        <p:tav tm="100000">
                                          <p:val>
                                            <p:strVal val="#ppt_x"/>
                                          </p:val>
                                        </p:tav>
                                      </p:tavLst>
                                    </p:anim>
                                    <p:anim calcmode="lin" valueType="num">
                                      <p:cBhvr additive="base">
                                        <p:cTn id="68"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9">
                                            <p:txEl>
                                              <p:pRg st="11" end="11"/>
                                            </p:txEl>
                                          </p:spTgt>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9">
                                            <p:txEl>
                                              <p:pRg st="12" end="12"/>
                                            </p:txEl>
                                          </p:spTgt>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3"/>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2" presetClass="entr" presetSubtype="8" fill="hold" nodeType="clickEffect">
                                  <p:stCondLst>
                                    <p:cond delay="0"/>
                                  </p:stCondLst>
                                  <p:childTnLst>
                                    <p:set>
                                      <p:cBhvr>
                                        <p:cTn id="80" dur="1" fill="hold">
                                          <p:stCondLst>
                                            <p:cond delay="0"/>
                                          </p:stCondLst>
                                        </p:cTn>
                                        <p:tgtEl>
                                          <p:spTgt spid="26"/>
                                        </p:tgtEl>
                                        <p:attrNameLst>
                                          <p:attrName>style.visibility</p:attrName>
                                        </p:attrNameLst>
                                      </p:cBhvr>
                                      <p:to>
                                        <p:strVal val="visible"/>
                                      </p:to>
                                    </p:set>
                                    <p:anim calcmode="lin" valueType="num">
                                      <p:cBhvr additive="base">
                                        <p:cTn id="81" dur="500" fill="hold"/>
                                        <p:tgtEl>
                                          <p:spTgt spid="26"/>
                                        </p:tgtEl>
                                        <p:attrNameLst>
                                          <p:attrName>ppt_x</p:attrName>
                                        </p:attrNameLst>
                                      </p:cBhvr>
                                      <p:tavLst>
                                        <p:tav tm="0">
                                          <p:val>
                                            <p:strVal val="0-#ppt_w/2"/>
                                          </p:val>
                                        </p:tav>
                                        <p:tav tm="100000">
                                          <p:val>
                                            <p:strVal val="#ppt_x"/>
                                          </p:val>
                                        </p:tav>
                                      </p:tavLst>
                                    </p:anim>
                                    <p:anim calcmode="lin" valueType="num">
                                      <p:cBhvr additive="base">
                                        <p:cTn id="82" dur="500" fill="hold"/>
                                        <p:tgtEl>
                                          <p:spTgt spid="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FBC1585-C671-4F90-AA0D-FD45AA239D02}" type="slidenum">
              <a:rPr lang="en-US" smtClean="0"/>
              <a:t>13</a:t>
            </a:fld>
            <a:endParaRPr lang="en-US"/>
          </a:p>
        </p:txBody>
      </p:sp>
      <p:sp>
        <p:nvSpPr>
          <p:cNvPr id="8" name="TextBox 7"/>
          <p:cNvSpPr txBox="1"/>
          <p:nvPr/>
        </p:nvSpPr>
        <p:spPr>
          <a:xfrm>
            <a:off x="80682" y="-26893"/>
            <a:ext cx="7806018" cy="584775"/>
          </a:xfrm>
          <a:prstGeom prst="rect">
            <a:avLst/>
          </a:prstGeom>
          <a:noFill/>
        </p:spPr>
        <p:txBody>
          <a:bodyPr wrap="square" rtlCol="0">
            <a:spAutoFit/>
          </a:bodyPr>
          <a:lstStyle/>
          <a:p>
            <a:r>
              <a:rPr lang="en-US" sz="3200" dirty="0">
                <a:solidFill>
                  <a:srgbClr val="FF0000"/>
                </a:solidFill>
              </a:rPr>
              <a:t>Recursion: </a:t>
            </a:r>
          </a:p>
        </p:txBody>
      </p:sp>
      <p:sp>
        <p:nvSpPr>
          <p:cNvPr id="7" name="Rectangle 1027"/>
          <p:cNvSpPr txBox="1">
            <a:spLocks noChangeArrowheads="1"/>
          </p:cNvSpPr>
          <p:nvPr/>
        </p:nvSpPr>
        <p:spPr>
          <a:xfrm>
            <a:off x="152400" y="1041400"/>
            <a:ext cx="7848600" cy="472440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buFont typeface="Monotype Sorts" charset="2"/>
              <a:buNone/>
              <a:defRPr/>
            </a:pPr>
            <a:r>
              <a:rPr lang="en-US" altLang="en-US" sz="1800" b="1" dirty="0">
                <a:latin typeface="Courier New" charset="0"/>
              </a:rPr>
              <a:t>		fib(2):</a:t>
            </a:r>
          </a:p>
          <a:p>
            <a:pPr lvl="3" algn="just">
              <a:buFont typeface="Monotype Sorts" charset="2"/>
              <a:buNone/>
              <a:defRPr/>
            </a:pPr>
            <a:r>
              <a:rPr lang="en-US" altLang="en-US" sz="1800" b="1" dirty="0">
                <a:latin typeface="Courier New" charset="0"/>
              </a:rPr>
              <a:t>2 == 0 ? No; 2 == 1?	No.</a:t>
            </a:r>
          </a:p>
          <a:p>
            <a:pPr lvl="3" algn="just">
              <a:buFont typeface="Monotype Sorts" charset="2"/>
              <a:buNone/>
              <a:defRPr/>
            </a:pPr>
            <a:r>
              <a:rPr lang="en-US" altLang="en-US" sz="1800" b="1" dirty="0">
                <a:latin typeface="Courier New" charset="0"/>
              </a:rPr>
              <a:t>fib(2) = fib(1) + fib(0)</a:t>
            </a:r>
          </a:p>
          <a:p>
            <a:pPr lvl="3" algn="just">
              <a:buFont typeface="Monotype Sorts" charset="2"/>
              <a:buNone/>
              <a:defRPr/>
            </a:pPr>
            <a:r>
              <a:rPr lang="en-US" altLang="en-US" sz="1800" b="1" dirty="0">
                <a:latin typeface="Courier New" charset="0"/>
              </a:rPr>
              <a:t>fib(1):</a:t>
            </a:r>
          </a:p>
          <a:p>
            <a:pPr lvl="2" algn="just">
              <a:buFont typeface="Wingdings" charset="2"/>
              <a:buNone/>
              <a:defRPr/>
            </a:pPr>
            <a:r>
              <a:rPr lang="en-US" altLang="en-US" b="1" dirty="0">
                <a:latin typeface="Courier New" charset="0"/>
              </a:rPr>
              <a:t>      1== 0 ? No; 1 == 1?  Yes.</a:t>
            </a:r>
          </a:p>
          <a:p>
            <a:pPr lvl="2" algn="just">
              <a:buFont typeface="Wingdings" charset="2"/>
              <a:buNone/>
              <a:defRPr/>
            </a:pPr>
            <a:r>
              <a:rPr lang="en-US" altLang="en-US" b="1" dirty="0">
                <a:latin typeface="Courier New" charset="0"/>
              </a:rPr>
              <a:t>   	fib(1) = 1;</a:t>
            </a:r>
          </a:p>
          <a:p>
            <a:pPr lvl="2" algn="just">
              <a:buFont typeface="Wingdings" charset="2"/>
              <a:buNone/>
              <a:defRPr/>
            </a:pPr>
            <a:r>
              <a:rPr lang="en-US" altLang="en-US" b="1" dirty="0">
                <a:solidFill>
                  <a:srgbClr val="A2C1FE"/>
                </a:solidFill>
                <a:latin typeface="Courier New" charset="0"/>
              </a:rPr>
              <a:t>	return</a:t>
            </a:r>
            <a:r>
              <a:rPr lang="en-US" altLang="en-US" b="1" dirty="0">
                <a:latin typeface="Courier New" charset="0"/>
              </a:rPr>
              <a:t> fib(1);</a:t>
            </a:r>
          </a:p>
          <a:p>
            <a:pPr lvl="2" algn="just">
              <a:buFont typeface="Wingdings" charset="2"/>
              <a:buNone/>
              <a:defRPr/>
            </a:pPr>
            <a:r>
              <a:rPr lang="en-US" altLang="en-US" b="1" dirty="0">
                <a:latin typeface="Courier New" charset="0"/>
              </a:rPr>
              <a:t>    fib(0):</a:t>
            </a:r>
          </a:p>
          <a:p>
            <a:pPr lvl="2" algn="just">
              <a:buFont typeface="Wingdings" charset="2"/>
              <a:buNone/>
              <a:defRPr/>
            </a:pPr>
            <a:r>
              <a:rPr lang="en-US" altLang="en-US" b="1" dirty="0">
                <a:latin typeface="Courier New" charset="0"/>
              </a:rPr>
              <a:t>       0 == 0 ?   Yes.</a:t>
            </a:r>
          </a:p>
          <a:p>
            <a:pPr lvl="2" algn="just">
              <a:buFont typeface="Wingdings" charset="2"/>
              <a:buNone/>
              <a:defRPr/>
            </a:pPr>
            <a:r>
              <a:rPr lang="en-US" altLang="en-US" b="1" dirty="0">
                <a:latin typeface="Courier New" charset="0"/>
              </a:rPr>
              <a:t>   	fib(0) = 0; </a:t>
            </a:r>
          </a:p>
          <a:p>
            <a:pPr lvl="2" algn="just">
              <a:buFont typeface="Wingdings" charset="2"/>
              <a:buNone/>
              <a:defRPr/>
            </a:pPr>
            <a:r>
              <a:rPr lang="en-US" altLang="en-US" b="1" dirty="0">
                <a:solidFill>
                  <a:srgbClr val="A2C1FE"/>
                </a:solidFill>
                <a:latin typeface="Courier New" charset="0"/>
              </a:rPr>
              <a:t>	return</a:t>
            </a:r>
            <a:r>
              <a:rPr lang="en-US" altLang="en-US" b="1" dirty="0">
                <a:latin typeface="Courier New" charset="0"/>
              </a:rPr>
              <a:t> fib(0);</a:t>
            </a:r>
          </a:p>
          <a:p>
            <a:pPr lvl="2" algn="just">
              <a:buFont typeface="Wingdings" charset="2"/>
              <a:buNone/>
              <a:defRPr/>
            </a:pPr>
            <a:r>
              <a:rPr lang="en-US" altLang="en-US" b="1" dirty="0">
                <a:latin typeface="Courier New" charset="0"/>
              </a:rPr>
              <a:t>    fib(2) = 1 + 0 = 1;</a:t>
            </a:r>
          </a:p>
          <a:p>
            <a:pPr lvl="2" algn="just">
              <a:buFont typeface="Wingdings" charset="2"/>
              <a:buNone/>
              <a:defRPr/>
            </a:pPr>
            <a:r>
              <a:rPr lang="en-US" altLang="en-US" b="1" dirty="0">
                <a:latin typeface="Courier New" charset="0"/>
              </a:rPr>
              <a:t>    </a:t>
            </a:r>
            <a:r>
              <a:rPr lang="en-US" altLang="en-US" b="1" dirty="0">
                <a:solidFill>
                  <a:srgbClr val="A2C1FE"/>
                </a:solidFill>
                <a:latin typeface="Courier New" charset="0"/>
              </a:rPr>
              <a:t>return</a:t>
            </a:r>
            <a:r>
              <a:rPr lang="en-US" altLang="en-US" b="1" dirty="0">
                <a:latin typeface="Courier New" charset="0"/>
              </a:rPr>
              <a:t> fib(2);   </a:t>
            </a:r>
          </a:p>
          <a:p>
            <a:pPr lvl="1" algn="just">
              <a:buFont typeface="Monotype Sorts" charset="2"/>
              <a:buNone/>
              <a:defRPr/>
            </a:pPr>
            <a:r>
              <a:rPr lang="en-US" altLang="en-US" sz="1800" b="1" dirty="0">
                <a:latin typeface="Courier New" charset="0"/>
              </a:rPr>
              <a:t>    fib(4) = fib(3) + fib(2) </a:t>
            </a:r>
          </a:p>
          <a:p>
            <a:pPr lvl="1" algn="just">
              <a:buFont typeface="Monotype Sorts" charset="2"/>
              <a:buNone/>
              <a:defRPr/>
            </a:pPr>
            <a:r>
              <a:rPr lang="en-US" altLang="en-US" sz="1800" b="1" dirty="0">
                <a:latin typeface="Courier New" charset="0"/>
              </a:rPr>
              <a:t>           = 2 + 1 = 3;</a:t>
            </a:r>
          </a:p>
          <a:p>
            <a:pPr lvl="1" algn="just">
              <a:buFont typeface="Monotype Sorts" charset="2"/>
              <a:buNone/>
              <a:defRPr/>
            </a:pPr>
            <a:r>
              <a:rPr lang="en-US" altLang="en-US" sz="1800" b="1" dirty="0">
                <a:latin typeface="Courier New" charset="0"/>
              </a:rPr>
              <a:t>    </a:t>
            </a:r>
            <a:r>
              <a:rPr lang="en-US" altLang="en-US" sz="1800" b="1" dirty="0">
                <a:solidFill>
                  <a:srgbClr val="A2C1FE"/>
                </a:solidFill>
                <a:latin typeface="Courier New" charset="0"/>
              </a:rPr>
              <a:t>return</a:t>
            </a:r>
            <a:r>
              <a:rPr lang="en-US" altLang="en-US" sz="1800" b="1" dirty="0">
                <a:latin typeface="Courier New" charset="0"/>
              </a:rPr>
              <a:t> fib(4);</a:t>
            </a:r>
          </a:p>
        </p:txBody>
      </p:sp>
      <p:pic>
        <p:nvPicPr>
          <p:cNvPr id="9" name="Picture 1029"/>
          <p:cNvPicPr>
            <a:picLocks noChangeAspect="1" noChangeArrowheads="1"/>
          </p:cNvPicPr>
          <p:nvPr/>
        </p:nvPicPr>
        <p:blipFill>
          <a:blip r:embed="rId2">
            <a:extLst>
              <a:ext uri="{28A0092B-C50C-407E-A947-70E740481C1C}">
                <a14:useLocalDpi xmlns:a14="http://schemas.microsoft.com/office/drawing/2010/main" val="0"/>
              </a:ext>
            </a:extLst>
          </a:blip>
          <a:srcRect l="51927" t="3551" r="3629" b="13213"/>
          <a:stretch>
            <a:fillRect/>
          </a:stretch>
        </p:blipFill>
        <p:spPr bwMode="auto">
          <a:xfrm>
            <a:off x="5673725" y="1346200"/>
            <a:ext cx="3317875"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10" name="Line 1031"/>
          <p:cNvSpPr>
            <a:spLocks noChangeShapeType="1"/>
          </p:cNvSpPr>
          <p:nvPr/>
        </p:nvSpPr>
        <p:spPr bwMode="auto">
          <a:xfrm>
            <a:off x="8340725" y="2794000"/>
            <a:ext cx="304800" cy="838200"/>
          </a:xfrm>
          <a:prstGeom prst="line">
            <a:avLst/>
          </a:prstGeom>
          <a:noFill/>
          <a:ln w="28575">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sp>
        <p:nvSpPr>
          <p:cNvPr id="11" name="Line 1032"/>
          <p:cNvSpPr>
            <a:spLocks noChangeShapeType="1"/>
          </p:cNvSpPr>
          <p:nvPr/>
        </p:nvSpPr>
        <p:spPr bwMode="auto">
          <a:xfrm flipH="1">
            <a:off x="7883525" y="2794000"/>
            <a:ext cx="381000" cy="914400"/>
          </a:xfrm>
          <a:prstGeom prst="line">
            <a:avLst/>
          </a:prstGeom>
          <a:noFill/>
          <a:ln w="28575">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sp>
        <p:nvSpPr>
          <p:cNvPr id="12" name="Rectangle 1033"/>
          <p:cNvSpPr>
            <a:spLocks noChangeArrowheads="1"/>
          </p:cNvSpPr>
          <p:nvPr/>
        </p:nvSpPr>
        <p:spPr bwMode="auto">
          <a:xfrm>
            <a:off x="1066800" y="1041400"/>
            <a:ext cx="4419600" cy="3962400"/>
          </a:xfrm>
          <a:prstGeom prst="rect">
            <a:avLst/>
          </a:prstGeom>
          <a:noFill/>
          <a:ln w="38100">
            <a:solidFill>
              <a:srgbClr val="66FF33"/>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sp>
        <p:nvSpPr>
          <p:cNvPr id="13" name="Rectangle 1038"/>
          <p:cNvSpPr>
            <a:spLocks noChangeArrowheads="1"/>
          </p:cNvSpPr>
          <p:nvPr/>
        </p:nvSpPr>
        <p:spPr bwMode="auto">
          <a:xfrm>
            <a:off x="1524000" y="1892300"/>
            <a:ext cx="3886200" cy="1104900"/>
          </a:xfrm>
          <a:prstGeom prst="rect">
            <a:avLst/>
          </a:prstGeom>
          <a:noFill/>
          <a:ln w="38100">
            <a:solidFill>
              <a:srgbClr val="66FF33"/>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sp>
        <p:nvSpPr>
          <p:cNvPr id="14" name="Rectangle 1039"/>
          <p:cNvSpPr>
            <a:spLocks noChangeArrowheads="1"/>
          </p:cNvSpPr>
          <p:nvPr/>
        </p:nvSpPr>
        <p:spPr bwMode="auto">
          <a:xfrm>
            <a:off x="1524000" y="3048000"/>
            <a:ext cx="3886200" cy="1117600"/>
          </a:xfrm>
          <a:prstGeom prst="rect">
            <a:avLst/>
          </a:prstGeom>
          <a:noFill/>
          <a:ln w="38100">
            <a:solidFill>
              <a:srgbClr val="66FF33"/>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sp>
        <p:nvSpPr>
          <p:cNvPr id="15" name="Line 1040"/>
          <p:cNvSpPr>
            <a:spLocks noChangeShapeType="1"/>
          </p:cNvSpPr>
          <p:nvPr/>
        </p:nvSpPr>
        <p:spPr bwMode="auto">
          <a:xfrm>
            <a:off x="762000" y="5918200"/>
            <a:ext cx="4800600" cy="0"/>
          </a:xfrm>
          <a:prstGeom prst="line">
            <a:avLst/>
          </a:prstGeom>
          <a:noFill/>
          <a:ln w="3810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sp>
        <p:nvSpPr>
          <p:cNvPr id="16" name="Line 1041"/>
          <p:cNvSpPr>
            <a:spLocks noChangeShapeType="1"/>
          </p:cNvSpPr>
          <p:nvPr/>
        </p:nvSpPr>
        <p:spPr bwMode="auto">
          <a:xfrm>
            <a:off x="5562600" y="812800"/>
            <a:ext cx="0" cy="5105400"/>
          </a:xfrm>
          <a:prstGeom prst="line">
            <a:avLst/>
          </a:prstGeom>
          <a:noFill/>
          <a:ln w="3810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sp>
        <p:nvSpPr>
          <p:cNvPr id="17" name="Line 1042"/>
          <p:cNvSpPr>
            <a:spLocks noChangeShapeType="1"/>
          </p:cNvSpPr>
          <p:nvPr/>
        </p:nvSpPr>
        <p:spPr bwMode="auto">
          <a:xfrm>
            <a:off x="762000" y="812800"/>
            <a:ext cx="0" cy="5105400"/>
          </a:xfrm>
          <a:prstGeom prst="line">
            <a:avLst/>
          </a:prstGeom>
          <a:noFill/>
          <a:ln w="3810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sp>
        <p:nvSpPr>
          <p:cNvPr id="18" name="Line 1043"/>
          <p:cNvSpPr>
            <a:spLocks noChangeShapeType="1"/>
          </p:cNvSpPr>
          <p:nvPr/>
        </p:nvSpPr>
        <p:spPr bwMode="auto">
          <a:xfrm>
            <a:off x="7543800" y="1574800"/>
            <a:ext cx="685800" cy="838200"/>
          </a:xfrm>
          <a:prstGeom prst="line">
            <a:avLst/>
          </a:prstGeom>
          <a:noFill/>
          <a:ln w="28575">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spcBef>
                <a:spcPct val="20000"/>
              </a:spcBef>
              <a:buClr>
                <a:schemeClr val="tx2"/>
              </a:buClr>
              <a:buSzPct val="75000"/>
              <a:buFont typeface="Monotype Sorts" charset="2"/>
              <a:buChar char="l"/>
              <a:defRPr/>
            </a:pPr>
            <a:endParaRPr lang="en-US"/>
          </a:p>
        </p:txBody>
      </p:sp>
    </p:spTree>
    <p:extLst>
      <p:ext uri="{BB962C8B-B14F-4D97-AF65-F5344CB8AC3E}">
        <p14:creationId xmlns:p14="http://schemas.microsoft.com/office/powerpoint/2010/main" val="21065562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FBC1585-C671-4F90-AA0D-FD45AA239D02}" type="slidenum">
              <a:rPr lang="en-US" smtClean="0"/>
              <a:t>14</a:t>
            </a:fld>
            <a:endParaRPr lang="en-US"/>
          </a:p>
        </p:txBody>
      </p:sp>
      <p:sp>
        <p:nvSpPr>
          <p:cNvPr id="8" name="TextBox 7"/>
          <p:cNvSpPr txBox="1"/>
          <p:nvPr/>
        </p:nvSpPr>
        <p:spPr>
          <a:xfrm>
            <a:off x="80682" y="-26893"/>
            <a:ext cx="8162567" cy="584775"/>
          </a:xfrm>
          <a:prstGeom prst="rect">
            <a:avLst/>
          </a:prstGeom>
          <a:noFill/>
        </p:spPr>
        <p:txBody>
          <a:bodyPr wrap="square" rtlCol="0">
            <a:spAutoFit/>
          </a:bodyPr>
          <a:lstStyle/>
          <a:p>
            <a:r>
              <a:rPr lang="en-US" sz="3200" dirty="0">
                <a:solidFill>
                  <a:srgbClr val="FF0000"/>
                </a:solidFill>
              </a:rPr>
              <a:t>Recursion: </a:t>
            </a:r>
            <a:r>
              <a:rPr lang="en-US" sz="3200" dirty="0">
                <a:solidFill>
                  <a:srgbClr val="7030A0"/>
                </a:solidFill>
              </a:rPr>
              <a:t>Divide-and-Conquer Algorithms </a:t>
            </a:r>
          </a:p>
        </p:txBody>
      </p:sp>
      <p:sp>
        <p:nvSpPr>
          <p:cNvPr id="5" name="TextBox 4"/>
          <p:cNvSpPr txBox="1"/>
          <p:nvPr/>
        </p:nvSpPr>
        <p:spPr>
          <a:xfrm>
            <a:off x="25400" y="660400"/>
            <a:ext cx="9007524" cy="5816977"/>
          </a:xfrm>
          <a:prstGeom prst="rect">
            <a:avLst/>
          </a:prstGeom>
          <a:noFill/>
        </p:spPr>
        <p:txBody>
          <a:bodyPr wrap="square" rtlCol="0">
            <a:spAutoFit/>
          </a:bodyPr>
          <a:lstStyle/>
          <a:p>
            <a:pPr marL="342900" indent="-342900" algn="just">
              <a:buFont typeface="Wingdings" charset="2"/>
              <a:buChar char="ü"/>
            </a:pPr>
            <a:r>
              <a:rPr lang="en-US" sz="2400" dirty="0"/>
              <a:t>Consider a problem </a:t>
            </a:r>
            <a:r>
              <a:rPr lang="en-US" sz="2400" b="1" dirty="0">
                <a:solidFill>
                  <a:srgbClr val="00B050"/>
                </a:solidFill>
              </a:rPr>
              <a:t>P</a:t>
            </a:r>
            <a:r>
              <a:rPr lang="en-US" sz="2400" dirty="0"/>
              <a:t> associated with a set </a:t>
            </a:r>
            <a:r>
              <a:rPr lang="en-US" sz="2400" dirty="0">
                <a:solidFill>
                  <a:schemeClr val="accent2"/>
                </a:solidFill>
              </a:rPr>
              <a:t>S</a:t>
            </a:r>
            <a:r>
              <a:rPr lang="en-US" sz="2400" dirty="0"/>
              <a:t>.</a:t>
            </a:r>
          </a:p>
          <a:p>
            <a:pPr marL="342900" indent="-342900" algn="just">
              <a:buFont typeface="Wingdings" charset="2"/>
              <a:buChar char="ü"/>
            </a:pPr>
            <a:r>
              <a:rPr lang="en-US" sz="2400" dirty="0"/>
              <a:t>Suppose </a:t>
            </a:r>
            <a:r>
              <a:rPr lang="en-US" sz="2400" dirty="0">
                <a:solidFill>
                  <a:srgbClr val="FF0000"/>
                </a:solidFill>
              </a:rPr>
              <a:t>A</a:t>
            </a:r>
            <a:r>
              <a:rPr lang="en-US" sz="2400" dirty="0"/>
              <a:t> is an algorithm which partitions </a:t>
            </a:r>
            <a:r>
              <a:rPr lang="en-US" sz="2400" dirty="0">
                <a:solidFill>
                  <a:schemeClr val="accent2"/>
                </a:solidFill>
              </a:rPr>
              <a:t>S </a:t>
            </a:r>
            <a:r>
              <a:rPr lang="en-US" sz="2400" dirty="0"/>
              <a:t>into smaller sets such that the solution of the problem </a:t>
            </a:r>
            <a:r>
              <a:rPr lang="en-US" sz="2400" b="1" dirty="0">
                <a:solidFill>
                  <a:srgbClr val="00B050"/>
                </a:solidFill>
              </a:rPr>
              <a:t>P</a:t>
            </a:r>
            <a:r>
              <a:rPr lang="en-US" sz="2400" dirty="0"/>
              <a:t> for </a:t>
            </a:r>
            <a:r>
              <a:rPr lang="en-US" sz="2400" dirty="0">
                <a:solidFill>
                  <a:schemeClr val="accent2"/>
                </a:solidFill>
              </a:rPr>
              <a:t>S </a:t>
            </a:r>
            <a:r>
              <a:rPr lang="en-US" sz="2400" dirty="0"/>
              <a:t>is reduced to the solution of P for one or more of the smaller sets.</a:t>
            </a:r>
          </a:p>
          <a:p>
            <a:pPr marL="342900" indent="-342900" algn="just">
              <a:lnSpc>
                <a:spcPct val="150000"/>
              </a:lnSpc>
              <a:buFont typeface="Wingdings" charset="2"/>
              <a:buChar char="ü"/>
            </a:pPr>
            <a:r>
              <a:rPr lang="en-US" sz="2400" dirty="0"/>
              <a:t>Then A is called a </a:t>
            </a:r>
            <a:r>
              <a:rPr lang="en-US" sz="2400" dirty="0">
                <a:solidFill>
                  <a:srgbClr val="7030A0"/>
                </a:solidFill>
              </a:rPr>
              <a:t>divide-and-conquer Algorithm</a:t>
            </a:r>
            <a:r>
              <a:rPr lang="en-US" sz="2400" dirty="0"/>
              <a:t>.</a:t>
            </a:r>
          </a:p>
          <a:p>
            <a:pPr marL="342900" indent="-342900" algn="just">
              <a:lnSpc>
                <a:spcPct val="150000"/>
              </a:lnSpc>
              <a:buFont typeface="Wingdings" charset="2"/>
              <a:buChar char="ü"/>
            </a:pPr>
            <a:r>
              <a:rPr lang="en-US" sz="2400" dirty="0"/>
              <a:t>Examples: </a:t>
            </a:r>
          </a:p>
          <a:p>
            <a:pPr algn="just"/>
            <a:r>
              <a:rPr lang="en-US" sz="2400" dirty="0">
                <a:solidFill>
                  <a:srgbClr val="00B050"/>
                </a:solidFill>
              </a:rPr>
              <a:t>       The Quicksort Algorithm</a:t>
            </a:r>
          </a:p>
          <a:p>
            <a:pPr algn="just"/>
            <a:r>
              <a:rPr lang="en-US" sz="2400" dirty="0"/>
              <a:t>                -use reduction step to find the location of a single element and to reduce the problem of sorting the entire set to the problem of sorting smaller sets </a:t>
            </a:r>
          </a:p>
          <a:p>
            <a:pPr algn="just">
              <a:lnSpc>
                <a:spcPct val="150000"/>
              </a:lnSpc>
            </a:pPr>
            <a:r>
              <a:rPr lang="en-US" sz="2400" dirty="0"/>
              <a:t>        </a:t>
            </a:r>
            <a:r>
              <a:rPr lang="en-US" sz="2400" dirty="0">
                <a:solidFill>
                  <a:srgbClr val="00B050"/>
                </a:solidFill>
              </a:rPr>
              <a:t>The Binary Search Algorithm</a:t>
            </a:r>
          </a:p>
          <a:p>
            <a:pPr algn="just"/>
            <a:r>
              <a:rPr lang="en-US" sz="2400" dirty="0">
                <a:solidFill>
                  <a:srgbClr val="00B050"/>
                </a:solidFill>
              </a:rPr>
              <a:t>	</a:t>
            </a:r>
            <a:r>
              <a:rPr lang="en-US" sz="2400" dirty="0"/>
              <a:t>   -divides the given sorted set into two halves so that the problem of searching for an item in the entire set is reduced to the problem of searching for the item in one of the two halves.  </a:t>
            </a:r>
          </a:p>
        </p:txBody>
      </p:sp>
    </p:spTree>
    <p:extLst>
      <p:ext uri="{BB962C8B-B14F-4D97-AF65-F5344CB8AC3E}">
        <p14:creationId xmlns:p14="http://schemas.microsoft.com/office/powerpoint/2010/main" val="1439450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 calcmode="lin" valueType="num">
                                      <p:cBhvr additive="base">
                                        <p:cTn id="7"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anim calcmode="lin" valueType="num">
                                      <p:cBhvr additive="base">
                                        <p:cTn id="1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anim calcmode="lin" valueType="num">
                                      <p:cBhvr additive="base">
                                        <p:cTn id="1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anim calcmode="lin" valueType="num">
                                      <p:cBhvr additive="base">
                                        <p:cTn id="2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5">
                                            <p:txEl>
                                              <p:pRg st="7" end="7"/>
                                            </p:txEl>
                                          </p:spTgt>
                                        </p:tgtEl>
                                        <p:attrNameLst>
                                          <p:attrName>style.visibility</p:attrName>
                                        </p:attrNameLst>
                                      </p:cBhvr>
                                      <p:to>
                                        <p:strVal val="visible"/>
                                      </p:to>
                                    </p:set>
                                    <p:anim calcmode="lin" valueType="num">
                                      <p:cBhvr additive="base">
                                        <p:cTn id="29"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FBC1585-C671-4F90-AA0D-FD45AA239D02}" type="slidenum">
              <a:rPr lang="en-US" smtClean="0"/>
              <a:t>15</a:t>
            </a:fld>
            <a:endParaRPr lang="en-US"/>
          </a:p>
        </p:txBody>
      </p:sp>
      <p:sp>
        <p:nvSpPr>
          <p:cNvPr id="8" name="TextBox 7"/>
          <p:cNvSpPr txBox="1"/>
          <p:nvPr/>
        </p:nvSpPr>
        <p:spPr>
          <a:xfrm>
            <a:off x="80682" y="-26893"/>
            <a:ext cx="7806018" cy="584775"/>
          </a:xfrm>
          <a:prstGeom prst="rect">
            <a:avLst/>
          </a:prstGeom>
          <a:noFill/>
        </p:spPr>
        <p:txBody>
          <a:bodyPr wrap="square" rtlCol="0">
            <a:spAutoFit/>
          </a:bodyPr>
          <a:lstStyle/>
          <a:p>
            <a:r>
              <a:rPr lang="en-US" sz="3200" dirty="0">
                <a:solidFill>
                  <a:srgbClr val="FF0000"/>
                </a:solidFill>
              </a:rPr>
              <a:t>Recursion: </a:t>
            </a:r>
            <a:r>
              <a:rPr lang="en-US" sz="3200" dirty="0">
                <a:solidFill>
                  <a:srgbClr val="7030A0"/>
                </a:solidFill>
              </a:rPr>
              <a:t>Divide-and-Conquer Algorithms </a:t>
            </a:r>
          </a:p>
        </p:txBody>
      </p:sp>
      <p:sp>
        <p:nvSpPr>
          <p:cNvPr id="5" name="TextBox 4"/>
          <p:cNvSpPr txBox="1"/>
          <p:nvPr/>
        </p:nvSpPr>
        <p:spPr>
          <a:xfrm>
            <a:off x="25400" y="660400"/>
            <a:ext cx="9007524" cy="5909310"/>
          </a:xfrm>
          <a:prstGeom prst="rect">
            <a:avLst/>
          </a:prstGeom>
          <a:noFill/>
        </p:spPr>
        <p:txBody>
          <a:bodyPr wrap="square" rtlCol="0">
            <a:spAutoFit/>
          </a:bodyPr>
          <a:lstStyle/>
          <a:p>
            <a:pPr marL="342900" indent="-342900" algn="just">
              <a:lnSpc>
                <a:spcPct val="150000"/>
              </a:lnSpc>
              <a:buFont typeface="Wingdings" charset="2"/>
              <a:buChar char="ü"/>
            </a:pPr>
            <a:r>
              <a:rPr lang="en-US" sz="2400" dirty="0"/>
              <a:t>A divide-and-conquer algorithm A may be viewed as a recursive procedure. But </a:t>
            </a:r>
            <a:r>
              <a:rPr lang="en-US" sz="3600" dirty="0">
                <a:solidFill>
                  <a:srgbClr val="FF0000"/>
                </a:solidFill>
              </a:rPr>
              <a:t>Why?</a:t>
            </a:r>
          </a:p>
          <a:p>
            <a:pPr marL="1257300" lvl="2" indent="-342900" algn="just">
              <a:lnSpc>
                <a:spcPct val="150000"/>
              </a:lnSpc>
              <a:buFont typeface="Wingdings" charset="2"/>
              <a:buChar char="ü"/>
            </a:pPr>
            <a:r>
              <a:rPr lang="en-US" sz="2400" dirty="0"/>
              <a:t>The divide-and-conquer algorithm A may be viewed as calling itself when it is applied to the smaller sets.</a:t>
            </a:r>
          </a:p>
          <a:p>
            <a:pPr marL="1257300" lvl="2" indent="-342900" algn="just">
              <a:lnSpc>
                <a:spcPct val="150000"/>
              </a:lnSpc>
              <a:buFont typeface="Wingdings" charset="2"/>
              <a:buChar char="ü"/>
            </a:pPr>
            <a:r>
              <a:rPr lang="en-US" sz="2400" dirty="0"/>
              <a:t>The base criteria for these algorithms are usually the one-element sets.</a:t>
            </a:r>
          </a:p>
          <a:p>
            <a:pPr marL="1257300" lvl="2" indent="-342900" algn="just">
              <a:lnSpc>
                <a:spcPct val="150000"/>
              </a:lnSpc>
              <a:buFont typeface="Wingdings" charset="2"/>
              <a:buChar char="ü"/>
            </a:pPr>
            <a:r>
              <a:rPr lang="en-US" sz="2400" dirty="0"/>
              <a:t>For example, with a sorting algorithm, a one-element set is automatically sorted, and </a:t>
            </a:r>
          </a:p>
          <a:p>
            <a:pPr marL="1257300" lvl="2" indent="-342900" algn="just">
              <a:lnSpc>
                <a:spcPct val="150000"/>
              </a:lnSpc>
              <a:buFont typeface="Wingdings" charset="2"/>
              <a:buChar char="ü"/>
            </a:pPr>
            <a:r>
              <a:rPr lang="en-US" sz="2400" dirty="0"/>
              <a:t>with a searching algorithm, one-element set requires only a single comparison. </a:t>
            </a:r>
          </a:p>
        </p:txBody>
      </p:sp>
    </p:spTree>
    <p:extLst>
      <p:ext uri="{BB962C8B-B14F-4D97-AF65-F5344CB8AC3E}">
        <p14:creationId xmlns:p14="http://schemas.microsoft.com/office/powerpoint/2010/main" val="1069323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 calcmode="lin" valueType="num">
                                      <p:cBhvr additive="base">
                                        <p:cTn id="19"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 calcmode="lin" valueType="num">
                                      <p:cBhvr additive="base">
                                        <p:cTn id="25"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FBC1585-C671-4F90-AA0D-FD45AA239D02}" type="slidenum">
              <a:rPr lang="en-US" smtClean="0"/>
              <a:t>16</a:t>
            </a:fld>
            <a:endParaRPr lang="en-US"/>
          </a:p>
        </p:txBody>
      </p:sp>
      <p:sp>
        <p:nvSpPr>
          <p:cNvPr id="8" name="TextBox 7"/>
          <p:cNvSpPr txBox="1"/>
          <p:nvPr/>
        </p:nvSpPr>
        <p:spPr>
          <a:xfrm>
            <a:off x="80682" y="-26893"/>
            <a:ext cx="7991756" cy="584775"/>
          </a:xfrm>
          <a:prstGeom prst="rect">
            <a:avLst/>
          </a:prstGeom>
          <a:noFill/>
        </p:spPr>
        <p:txBody>
          <a:bodyPr wrap="square" rtlCol="0">
            <a:spAutoFit/>
          </a:bodyPr>
          <a:lstStyle/>
          <a:p>
            <a:r>
              <a:rPr lang="en-US" sz="3200" dirty="0">
                <a:solidFill>
                  <a:srgbClr val="FF0000"/>
                </a:solidFill>
              </a:rPr>
              <a:t>TOWER of HANOI Problem </a:t>
            </a:r>
          </a:p>
        </p:txBody>
      </p:sp>
      <p:graphicFrame>
        <p:nvGraphicFramePr>
          <p:cNvPr id="7" name="Object 4"/>
          <p:cNvGraphicFramePr>
            <a:graphicFrameLocks noChangeAspect="1"/>
          </p:cNvGraphicFramePr>
          <p:nvPr>
            <p:extLst>
              <p:ext uri="{D42A27DB-BD31-4B8C-83A1-F6EECF244321}">
                <p14:modId xmlns:p14="http://schemas.microsoft.com/office/powerpoint/2010/main" val="2003929648"/>
              </p:ext>
            </p:extLst>
          </p:nvPr>
        </p:nvGraphicFramePr>
        <p:xfrm>
          <a:off x="1139553" y="682892"/>
          <a:ext cx="6945575" cy="3170651"/>
        </p:xfrm>
        <a:graphic>
          <a:graphicData uri="http://schemas.openxmlformats.org/presentationml/2006/ole">
            <mc:AlternateContent xmlns:mc="http://schemas.openxmlformats.org/markup-compatibility/2006">
              <mc:Choice xmlns:v="urn:schemas-microsoft-com:vml" Requires="v">
                <p:oleObj spid="_x0000_s1118" name="CorelPhotoPaint.Image.9" r:id="rId4" imgW="7301587" imgH="3669841" progId="CorelPhotoPaint.Image.9">
                  <p:embed/>
                </p:oleObj>
              </mc:Choice>
              <mc:Fallback>
                <p:oleObj name="CorelPhotoPaint.Image.9" r:id="rId4" imgW="7301587" imgH="3669841" progId="CorelPhotoPaint.Image.9">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39553" y="682892"/>
                        <a:ext cx="6945575" cy="3170651"/>
                      </a:xfrm>
                      <a:prstGeom prst="rect">
                        <a:avLst/>
                      </a:prstGeom>
                      <a:noFill/>
                      <a:ln w="76200" cmpd="tri">
                        <a:solidFill>
                          <a:srgbClr val="FFCC00"/>
                        </a:solidFill>
                        <a:miter lim="800000"/>
                        <a:headEnd type="none" w="sm" len="sm"/>
                        <a:tailEnd type="none" w="sm" len="sm"/>
                      </a:ln>
                      <a:effectLst/>
                    </p:spPr>
                  </p:pic>
                </p:oleObj>
              </mc:Fallback>
            </mc:AlternateContent>
          </a:graphicData>
        </a:graphic>
      </p:graphicFrame>
      <p:pic>
        <p:nvPicPr>
          <p:cNvPr id="5" name="Picture 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200000">
            <a:off x="3351305" y="1855423"/>
            <a:ext cx="2522069" cy="7210037"/>
          </a:xfrm>
          <a:prstGeom prst="rect">
            <a:avLst/>
          </a:prstGeom>
          <a:ln>
            <a:solidFill>
              <a:schemeClr val="accent1"/>
            </a:solidFill>
          </a:ln>
        </p:spPr>
      </p:pic>
    </p:spTree>
    <p:extLst>
      <p:ext uri="{BB962C8B-B14F-4D97-AF65-F5344CB8AC3E}">
        <p14:creationId xmlns:p14="http://schemas.microsoft.com/office/powerpoint/2010/main" val="1475993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FBC1585-C671-4F90-AA0D-FD45AA239D02}" type="slidenum">
              <a:rPr lang="en-US" smtClean="0"/>
              <a:t>17</a:t>
            </a:fld>
            <a:endParaRPr lang="en-US"/>
          </a:p>
        </p:txBody>
      </p:sp>
      <p:sp>
        <p:nvSpPr>
          <p:cNvPr id="8" name="TextBox 7"/>
          <p:cNvSpPr txBox="1"/>
          <p:nvPr/>
        </p:nvSpPr>
        <p:spPr>
          <a:xfrm>
            <a:off x="80682" y="-26893"/>
            <a:ext cx="7963115" cy="584775"/>
          </a:xfrm>
          <a:prstGeom prst="rect">
            <a:avLst/>
          </a:prstGeom>
          <a:noFill/>
        </p:spPr>
        <p:txBody>
          <a:bodyPr wrap="square" rtlCol="0">
            <a:spAutoFit/>
          </a:bodyPr>
          <a:lstStyle/>
          <a:p>
            <a:r>
              <a:rPr lang="en-US" sz="3200" dirty="0">
                <a:solidFill>
                  <a:srgbClr val="FF0000"/>
                </a:solidFill>
              </a:rPr>
              <a:t>TOWER of HANOI Problem </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3295309" y="-1786102"/>
            <a:ext cx="2522069" cy="7210037"/>
          </a:xfrm>
          <a:prstGeom prst="rect">
            <a:avLst/>
          </a:prstGeom>
          <a:ln>
            <a:solidFill>
              <a:schemeClr val="accent1"/>
            </a:solidFill>
          </a:ln>
        </p:spPr>
      </p:pic>
      <p:sp>
        <p:nvSpPr>
          <p:cNvPr id="9" name="Rectangle 8"/>
          <p:cNvSpPr txBox="1">
            <a:spLocks noChangeArrowheads="1"/>
          </p:cNvSpPr>
          <p:nvPr/>
        </p:nvSpPr>
        <p:spPr>
          <a:xfrm>
            <a:off x="195197" y="3391988"/>
            <a:ext cx="7848600" cy="226422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01638" lvl="1" indent="-401638" algn="just">
              <a:buFont typeface="Wingdings" charset="2"/>
              <a:buChar char="ü"/>
              <a:defRPr/>
            </a:pPr>
            <a:r>
              <a:rPr lang="en-US" altLang="en-US" sz="2800" dirty="0"/>
              <a:t>Only one disc could be moved at a time</a:t>
            </a:r>
          </a:p>
          <a:p>
            <a:pPr marL="401638" lvl="1" indent="-401638" algn="just">
              <a:buFont typeface="Wingdings" charset="2"/>
              <a:buChar char="ü"/>
              <a:defRPr/>
            </a:pPr>
            <a:r>
              <a:rPr lang="en-US" altLang="en-US" sz="2800" dirty="0"/>
              <a:t>A larger disc must never be stacked above a smaller one</a:t>
            </a:r>
          </a:p>
          <a:p>
            <a:pPr marL="401638" lvl="1" indent="-401638" algn="just">
              <a:buFont typeface="Wingdings" charset="2"/>
              <a:buChar char="ü"/>
              <a:defRPr/>
            </a:pPr>
            <a:r>
              <a:rPr lang="en-US" altLang="en-US" sz="2800" dirty="0"/>
              <a:t>One and only one extra needle could be used for intermediate storage of discs</a:t>
            </a:r>
          </a:p>
        </p:txBody>
      </p:sp>
    </p:spTree>
    <p:extLst>
      <p:ext uri="{BB962C8B-B14F-4D97-AF65-F5344CB8AC3E}">
        <p14:creationId xmlns:p14="http://schemas.microsoft.com/office/powerpoint/2010/main" val="212845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6457950" y="5820773"/>
            <a:ext cx="2057400" cy="365125"/>
          </a:xfrm>
        </p:spPr>
        <p:txBody>
          <a:bodyPr/>
          <a:lstStyle/>
          <a:p>
            <a:fld id="{1FBC1585-C671-4F90-AA0D-FD45AA239D02}" type="slidenum">
              <a:rPr lang="en-US" smtClean="0"/>
              <a:t>18</a:t>
            </a:fld>
            <a:endParaRPr lang="en-US"/>
          </a:p>
        </p:txBody>
      </p:sp>
      <p:sp>
        <p:nvSpPr>
          <p:cNvPr id="8" name="TextBox 7"/>
          <p:cNvSpPr txBox="1"/>
          <p:nvPr/>
        </p:nvSpPr>
        <p:spPr>
          <a:xfrm>
            <a:off x="80682" y="-26893"/>
            <a:ext cx="7706006" cy="584775"/>
          </a:xfrm>
          <a:prstGeom prst="rect">
            <a:avLst/>
          </a:prstGeom>
          <a:noFill/>
        </p:spPr>
        <p:txBody>
          <a:bodyPr wrap="square" rtlCol="0">
            <a:spAutoFit/>
          </a:bodyPr>
          <a:lstStyle/>
          <a:p>
            <a:r>
              <a:rPr lang="en-US" sz="3200" dirty="0">
                <a:solidFill>
                  <a:srgbClr val="FF0000"/>
                </a:solidFill>
              </a:rPr>
              <a:t>TOWER of HANOI Problem Solution </a:t>
            </a:r>
          </a:p>
        </p:txBody>
      </p:sp>
      <p:sp>
        <p:nvSpPr>
          <p:cNvPr id="10" name="TextBox 9"/>
          <p:cNvSpPr txBox="1"/>
          <p:nvPr/>
        </p:nvSpPr>
        <p:spPr>
          <a:xfrm>
            <a:off x="0" y="529004"/>
            <a:ext cx="9007524" cy="646331"/>
          </a:xfrm>
          <a:prstGeom prst="rect">
            <a:avLst/>
          </a:prstGeom>
          <a:noFill/>
        </p:spPr>
        <p:txBody>
          <a:bodyPr wrap="square" rtlCol="0">
            <a:spAutoFit/>
          </a:bodyPr>
          <a:lstStyle/>
          <a:p>
            <a:r>
              <a:rPr lang="en-US" sz="2400" dirty="0"/>
              <a:t>The solution to the Tower of Hanoi problem for </a:t>
            </a:r>
            <a:r>
              <a:rPr lang="en-US" sz="3600" dirty="0">
                <a:solidFill>
                  <a:srgbClr val="FF0000"/>
                </a:solidFill>
              </a:rPr>
              <a:t>n=3</a:t>
            </a:r>
            <a:r>
              <a:rPr lang="en-US" sz="2400" dirty="0"/>
              <a:t> appears </a:t>
            </a:r>
          </a:p>
        </p:txBody>
      </p:sp>
      <p:pic>
        <p:nvPicPr>
          <p:cNvPr id="11" name="Picture 10"/>
          <p:cNvPicPr>
            <a:picLocks noChangeAspect="1"/>
          </p:cNvPicPr>
          <p:nvPr/>
        </p:nvPicPr>
        <p:blipFill rotWithShape="1">
          <a:blip r:embed="rId3">
            <a:extLst>
              <a:ext uri="{28A0092B-C50C-407E-A947-70E740481C1C}">
                <a14:useLocalDpi xmlns:a14="http://schemas.microsoft.com/office/drawing/2010/main" val="0"/>
              </a:ext>
            </a:extLst>
          </a:blip>
          <a:srcRect l="57978" t="27014" b="48605"/>
          <a:stretch/>
        </p:blipFill>
        <p:spPr>
          <a:xfrm rot="16200000">
            <a:off x="2550069" y="1113881"/>
            <a:ext cx="1755648" cy="2145591"/>
          </a:xfrm>
          <a:prstGeom prst="rect">
            <a:avLst/>
          </a:prstGeom>
          <a:ln>
            <a:solidFill>
              <a:schemeClr val="accent1"/>
            </a:solidFill>
          </a:ln>
        </p:spPr>
      </p:pic>
      <p:pic>
        <p:nvPicPr>
          <p:cNvPr id="12" name="Picture 11"/>
          <p:cNvPicPr>
            <a:picLocks noChangeAspect="1"/>
          </p:cNvPicPr>
          <p:nvPr/>
        </p:nvPicPr>
        <p:blipFill rotWithShape="1">
          <a:blip r:embed="rId3">
            <a:extLst>
              <a:ext uri="{28A0092B-C50C-407E-A947-70E740481C1C}">
                <a14:useLocalDpi xmlns:a14="http://schemas.microsoft.com/office/drawing/2010/main" val="0"/>
              </a:ext>
            </a:extLst>
          </a:blip>
          <a:srcRect l="58245" t="51649" r="3639" b="23589"/>
          <a:stretch/>
        </p:blipFill>
        <p:spPr>
          <a:xfrm rot="16200000">
            <a:off x="4871211" y="982986"/>
            <a:ext cx="1755648" cy="2402466"/>
          </a:xfrm>
          <a:prstGeom prst="rect">
            <a:avLst/>
          </a:prstGeom>
          <a:ln>
            <a:solidFill>
              <a:schemeClr val="accent1"/>
            </a:solidFill>
          </a:ln>
        </p:spPr>
      </p:pic>
      <p:pic>
        <p:nvPicPr>
          <p:cNvPr id="13" name="Picture 12"/>
          <p:cNvPicPr>
            <a:picLocks noChangeAspect="1"/>
          </p:cNvPicPr>
          <p:nvPr/>
        </p:nvPicPr>
        <p:blipFill rotWithShape="1">
          <a:blip r:embed="rId3">
            <a:extLst>
              <a:ext uri="{28A0092B-C50C-407E-A947-70E740481C1C}">
                <a14:useLocalDpi xmlns:a14="http://schemas.microsoft.com/office/drawing/2010/main" val="0"/>
              </a:ext>
            </a:extLst>
          </a:blip>
          <a:srcRect l="57309" t="77427"/>
          <a:stretch/>
        </p:blipFill>
        <p:spPr>
          <a:xfrm rot="16200000">
            <a:off x="7190802" y="1148122"/>
            <a:ext cx="1755648" cy="2098495"/>
          </a:xfrm>
          <a:prstGeom prst="rect">
            <a:avLst/>
          </a:prstGeom>
          <a:ln>
            <a:solidFill>
              <a:schemeClr val="accent1"/>
            </a:solidFill>
          </a:ln>
        </p:spPr>
      </p:pic>
      <p:pic>
        <p:nvPicPr>
          <p:cNvPr id="14" name="Picture 13"/>
          <p:cNvPicPr>
            <a:picLocks noChangeAspect="1"/>
          </p:cNvPicPr>
          <p:nvPr/>
        </p:nvPicPr>
        <p:blipFill rotWithShape="1">
          <a:blip r:embed="rId3">
            <a:extLst>
              <a:ext uri="{28A0092B-C50C-407E-A947-70E740481C1C}">
                <a14:useLocalDpi xmlns:a14="http://schemas.microsoft.com/office/drawing/2010/main" val="0"/>
              </a:ext>
            </a:extLst>
          </a:blip>
          <a:srcRect l="15850" r="45232" b="73938"/>
          <a:stretch/>
        </p:blipFill>
        <p:spPr>
          <a:xfrm rot="16200000">
            <a:off x="218698" y="3233335"/>
            <a:ext cx="1767106" cy="2043133"/>
          </a:xfrm>
          <a:prstGeom prst="rect">
            <a:avLst/>
          </a:prstGeom>
          <a:ln>
            <a:solidFill>
              <a:schemeClr val="accent1"/>
            </a:solidFill>
          </a:ln>
        </p:spPr>
      </p:pic>
      <p:pic>
        <p:nvPicPr>
          <p:cNvPr id="15" name="Picture 14"/>
          <p:cNvPicPr>
            <a:picLocks noChangeAspect="1"/>
          </p:cNvPicPr>
          <p:nvPr/>
        </p:nvPicPr>
        <p:blipFill rotWithShape="1">
          <a:blip r:embed="rId3">
            <a:extLst>
              <a:ext uri="{28A0092B-C50C-407E-A947-70E740481C1C}">
                <a14:useLocalDpi xmlns:a14="http://schemas.microsoft.com/office/drawing/2010/main" val="0"/>
              </a:ext>
            </a:extLst>
          </a:blip>
          <a:srcRect l="15315" t="26506" r="44965" b="49303"/>
          <a:stretch/>
        </p:blipFill>
        <p:spPr>
          <a:xfrm rot="16200000">
            <a:off x="2524191" y="3129782"/>
            <a:ext cx="1753552" cy="2249501"/>
          </a:xfrm>
          <a:prstGeom prst="rect">
            <a:avLst/>
          </a:prstGeom>
          <a:ln>
            <a:solidFill>
              <a:schemeClr val="accent1"/>
            </a:solidFill>
          </a:ln>
        </p:spPr>
      </p:pic>
      <p:pic>
        <p:nvPicPr>
          <p:cNvPr id="16" name="Picture 15"/>
          <p:cNvPicPr>
            <a:picLocks noChangeAspect="1"/>
          </p:cNvPicPr>
          <p:nvPr/>
        </p:nvPicPr>
        <p:blipFill rotWithShape="1">
          <a:blip r:embed="rId3">
            <a:extLst>
              <a:ext uri="{28A0092B-C50C-407E-A947-70E740481C1C}">
                <a14:useLocalDpi xmlns:a14="http://schemas.microsoft.com/office/drawing/2010/main" val="0"/>
              </a:ext>
            </a:extLst>
          </a:blip>
          <a:srcRect l="15583" t="52284" r="45098" b="23335"/>
          <a:stretch/>
        </p:blipFill>
        <p:spPr>
          <a:xfrm rot="16200000">
            <a:off x="4872260" y="3109356"/>
            <a:ext cx="1753550" cy="2290352"/>
          </a:xfrm>
          <a:prstGeom prst="rect">
            <a:avLst/>
          </a:prstGeom>
          <a:ln>
            <a:solidFill>
              <a:schemeClr val="accent1"/>
            </a:solidFill>
          </a:ln>
        </p:spPr>
      </p:pic>
      <p:pic>
        <p:nvPicPr>
          <p:cNvPr id="17" name="Picture 16"/>
          <p:cNvPicPr>
            <a:picLocks noChangeAspect="1"/>
          </p:cNvPicPr>
          <p:nvPr/>
        </p:nvPicPr>
        <p:blipFill rotWithShape="1">
          <a:blip r:embed="rId3">
            <a:extLst>
              <a:ext uri="{28A0092B-C50C-407E-A947-70E740481C1C}">
                <a14:useLocalDpi xmlns:a14="http://schemas.microsoft.com/office/drawing/2010/main" val="0"/>
              </a:ext>
            </a:extLst>
          </a:blip>
          <a:srcRect l="13844" t="77682" r="46435" b="223"/>
          <a:stretch/>
        </p:blipFill>
        <p:spPr>
          <a:xfrm rot="16200000">
            <a:off x="7081698" y="3212106"/>
            <a:ext cx="1767452" cy="2070949"/>
          </a:xfrm>
          <a:prstGeom prst="rect">
            <a:avLst/>
          </a:prstGeom>
          <a:ln>
            <a:solidFill>
              <a:schemeClr val="accent1"/>
            </a:solidFill>
          </a:ln>
        </p:spPr>
      </p:pic>
      <p:pic>
        <p:nvPicPr>
          <p:cNvPr id="23" name="Picture 22"/>
          <p:cNvPicPr>
            <a:picLocks noChangeAspect="1"/>
          </p:cNvPicPr>
          <p:nvPr/>
        </p:nvPicPr>
        <p:blipFill rotWithShape="1">
          <a:blip r:embed="rId3">
            <a:extLst>
              <a:ext uri="{28A0092B-C50C-407E-A947-70E740481C1C}">
                <a14:useLocalDpi xmlns:a14="http://schemas.microsoft.com/office/drawing/2010/main" val="0"/>
              </a:ext>
            </a:extLst>
          </a:blip>
          <a:srcRect l="56774" t="157" r="1204" b="74129"/>
          <a:stretch/>
        </p:blipFill>
        <p:spPr>
          <a:xfrm rot="16200000">
            <a:off x="253640" y="1052756"/>
            <a:ext cx="1755648" cy="2262927"/>
          </a:xfrm>
          <a:prstGeom prst="rect">
            <a:avLst/>
          </a:prstGeom>
          <a:ln>
            <a:solidFill>
              <a:schemeClr val="accent1"/>
            </a:solidFill>
          </a:ln>
        </p:spPr>
      </p:pic>
      <p:sp>
        <p:nvSpPr>
          <p:cNvPr id="24" name="TextBox 23"/>
          <p:cNvSpPr txBox="1"/>
          <p:nvPr/>
        </p:nvSpPr>
        <p:spPr>
          <a:xfrm>
            <a:off x="0" y="5359108"/>
            <a:ext cx="9117874" cy="461665"/>
          </a:xfrm>
          <a:prstGeom prst="rect">
            <a:avLst/>
          </a:prstGeom>
          <a:noFill/>
        </p:spPr>
        <p:txBody>
          <a:bodyPr wrap="square" rtlCol="0">
            <a:spAutoFit/>
          </a:bodyPr>
          <a:lstStyle/>
          <a:p>
            <a:r>
              <a:rPr lang="en-US" sz="2400" b="1" dirty="0">
                <a:solidFill>
                  <a:srgbClr val="FF0000"/>
                </a:solidFill>
              </a:rPr>
              <a:t>N=3:     A→C,    A→B,      C→B,      A→C,      B→A,         B→C,         A→C, </a:t>
            </a:r>
          </a:p>
        </p:txBody>
      </p:sp>
    </p:spTree>
    <p:extLst>
      <p:ext uri="{BB962C8B-B14F-4D97-AF65-F5344CB8AC3E}">
        <p14:creationId xmlns:p14="http://schemas.microsoft.com/office/powerpoint/2010/main" val="461959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500" fill="hold"/>
                                        <p:tgtEl>
                                          <p:spTgt spid="14"/>
                                        </p:tgtEl>
                                        <p:attrNameLst>
                                          <p:attrName>ppt_x</p:attrName>
                                        </p:attrNameLst>
                                      </p:cBhvr>
                                      <p:tavLst>
                                        <p:tav tm="0">
                                          <p:val>
                                            <p:strVal val="#ppt_x"/>
                                          </p:val>
                                        </p:tav>
                                        <p:tav tm="100000">
                                          <p:val>
                                            <p:strVal val="#ppt_x"/>
                                          </p:val>
                                        </p:tav>
                                      </p:tavLst>
                                    </p:anim>
                                    <p:anim calcmode="lin" valueType="num">
                                      <p:cBhvr additive="base">
                                        <p:cTn id="2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ppt_x"/>
                                          </p:val>
                                        </p:tav>
                                        <p:tav tm="100000">
                                          <p:val>
                                            <p:strVal val="#ppt_x"/>
                                          </p:val>
                                        </p:tav>
                                      </p:tavLst>
                                    </p:anim>
                                    <p:anim calcmode="lin" valueType="num">
                                      <p:cBhvr additive="base">
                                        <p:cTn id="3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500" fill="hold"/>
                                        <p:tgtEl>
                                          <p:spTgt spid="16"/>
                                        </p:tgtEl>
                                        <p:attrNameLst>
                                          <p:attrName>ppt_x</p:attrName>
                                        </p:attrNameLst>
                                      </p:cBhvr>
                                      <p:tavLst>
                                        <p:tav tm="0">
                                          <p:val>
                                            <p:strVal val="#ppt_x"/>
                                          </p:val>
                                        </p:tav>
                                        <p:tav tm="100000">
                                          <p:val>
                                            <p:strVal val="#ppt_x"/>
                                          </p:val>
                                        </p:tav>
                                      </p:tavLst>
                                    </p:anim>
                                    <p:anim calcmode="lin" valueType="num">
                                      <p:cBhvr additive="base">
                                        <p:cTn id="3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additive="base">
                                        <p:cTn id="43" dur="500" fill="hold"/>
                                        <p:tgtEl>
                                          <p:spTgt spid="17"/>
                                        </p:tgtEl>
                                        <p:attrNameLst>
                                          <p:attrName>ppt_x</p:attrName>
                                        </p:attrNameLst>
                                      </p:cBhvr>
                                      <p:tavLst>
                                        <p:tav tm="0">
                                          <p:val>
                                            <p:strVal val="#ppt_x"/>
                                          </p:val>
                                        </p:tav>
                                        <p:tav tm="100000">
                                          <p:val>
                                            <p:strVal val="#ppt_x"/>
                                          </p:val>
                                        </p:tav>
                                      </p:tavLst>
                                    </p:anim>
                                    <p:anim calcmode="lin" valueType="num">
                                      <p:cBhvr additive="base">
                                        <p:cTn id="4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4"/>
                                        </p:tgtEl>
                                        <p:attrNameLst>
                                          <p:attrName>style.visibility</p:attrName>
                                        </p:attrNameLst>
                                      </p:cBhvr>
                                      <p:to>
                                        <p:strVal val="visible"/>
                                      </p:to>
                                    </p:set>
                                    <p:anim calcmode="lin" valueType="num">
                                      <p:cBhvr additive="base">
                                        <p:cTn id="49" dur="500" fill="hold"/>
                                        <p:tgtEl>
                                          <p:spTgt spid="24"/>
                                        </p:tgtEl>
                                        <p:attrNameLst>
                                          <p:attrName>ppt_x</p:attrName>
                                        </p:attrNameLst>
                                      </p:cBhvr>
                                      <p:tavLst>
                                        <p:tav tm="0">
                                          <p:val>
                                            <p:strVal val="0-#ppt_w/2"/>
                                          </p:val>
                                        </p:tav>
                                        <p:tav tm="100000">
                                          <p:val>
                                            <p:strVal val="#ppt_x"/>
                                          </p:val>
                                        </p:tav>
                                      </p:tavLst>
                                    </p:anim>
                                    <p:anim calcmode="lin" valueType="num">
                                      <p:cBhvr additive="base">
                                        <p:cTn id="50"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80682" y="-26893"/>
            <a:ext cx="8020331" cy="584775"/>
          </a:xfrm>
          <a:prstGeom prst="rect">
            <a:avLst/>
          </a:prstGeom>
          <a:noFill/>
        </p:spPr>
        <p:txBody>
          <a:bodyPr wrap="square" rtlCol="0">
            <a:spAutoFit/>
          </a:bodyPr>
          <a:lstStyle/>
          <a:p>
            <a:r>
              <a:rPr lang="en-US" sz="3200" dirty="0">
                <a:solidFill>
                  <a:srgbClr val="FF0000"/>
                </a:solidFill>
              </a:rPr>
              <a:t>TOWER of HANOI Problem Solution </a:t>
            </a:r>
          </a:p>
        </p:txBody>
      </p:sp>
      <p:sp>
        <p:nvSpPr>
          <p:cNvPr id="10" name="TextBox 9"/>
          <p:cNvSpPr txBox="1"/>
          <p:nvPr/>
        </p:nvSpPr>
        <p:spPr>
          <a:xfrm>
            <a:off x="80682" y="557882"/>
            <a:ext cx="8926842" cy="5509200"/>
          </a:xfrm>
          <a:prstGeom prst="rect">
            <a:avLst/>
          </a:prstGeom>
          <a:noFill/>
        </p:spPr>
        <p:txBody>
          <a:bodyPr wrap="square" rtlCol="0">
            <a:spAutoFit/>
          </a:bodyPr>
          <a:lstStyle/>
          <a:p>
            <a:r>
              <a:rPr lang="en-US" sz="2400" dirty="0"/>
              <a:t>The </a:t>
            </a:r>
            <a:r>
              <a:rPr lang="en-US" sz="2400" b="1" dirty="0">
                <a:solidFill>
                  <a:srgbClr val="7030A0"/>
                </a:solidFill>
              </a:rPr>
              <a:t>SEPARATE SOLUTION </a:t>
            </a:r>
            <a:r>
              <a:rPr lang="en-US" sz="2400" dirty="0"/>
              <a:t>to the Tower of Hanoi problem </a:t>
            </a:r>
          </a:p>
          <a:p>
            <a:endParaRPr lang="en-US" sz="2400" dirty="0"/>
          </a:p>
          <a:p>
            <a:r>
              <a:rPr lang="en-US" sz="2400" dirty="0"/>
              <a:t>for  </a:t>
            </a:r>
            <a:r>
              <a:rPr lang="en-US" sz="3200" b="1" dirty="0">
                <a:solidFill>
                  <a:srgbClr val="0000CC"/>
                </a:solidFill>
              </a:rPr>
              <a:t>n=1</a:t>
            </a:r>
          </a:p>
          <a:p>
            <a:r>
              <a:rPr lang="en-US" sz="3200" b="1" dirty="0">
                <a:solidFill>
                  <a:srgbClr val="0000CC"/>
                </a:solidFill>
              </a:rPr>
              <a:t>     </a:t>
            </a:r>
            <a:r>
              <a:rPr lang="en-US" sz="2400" b="1" dirty="0">
                <a:solidFill>
                  <a:srgbClr val="FF0000"/>
                </a:solidFill>
              </a:rPr>
              <a:t>Solution: </a:t>
            </a:r>
            <a:r>
              <a:rPr lang="en-US" sz="3200" b="1" dirty="0">
                <a:solidFill>
                  <a:srgbClr val="FF0000"/>
                </a:solidFill>
              </a:rPr>
              <a:t>A→C</a:t>
            </a:r>
          </a:p>
          <a:p>
            <a:pPr>
              <a:lnSpc>
                <a:spcPct val="150000"/>
              </a:lnSpc>
            </a:pPr>
            <a:r>
              <a:rPr lang="en-US" sz="3200" b="1" dirty="0">
                <a:solidFill>
                  <a:srgbClr val="0000CC"/>
                </a:solidFill>
              </a:rPr>
              <a:t>      n=2</a:t>
            </a:r>
          </a:p>
          <a:p>
            <a:pPr>
              <a:lnSpc>
                <a:spcPct val="150000"/>
              </a:lnSpc>
            </a:pPr>
            <a:r>
              <a:rPr lang="en-US" sz="2400" b="1" dirty="0">
                <a:solidFill>
                  <a:srgbClr val="FF0000"/>
                </a:solidFill>
              </a:rPr>
              <a:t>       Solution: </a:t>
            </a:r>
            <a:r>
              <a:rPr lang="en-US" sz="3200" b="1" dirty="0">
                <a:solidFill>
                  <a:srgbClr val="FF0000"/>
                </a:solidFill>
              </a:rPr>
              <a:t>A→B, A→C, B→C</a:t>
            </a:r>
          </a:p>
          <a:p>
            <a:pPr>
              <a:lnSpc>
                <a:spcPct val="150000"/>
              </a:lnSpc>
            </a:pPr>
            <a:r>
              <a:rPr lang="en-US" sz="3200" b="1" dirty="0">
                <a:solidFill>
                  <a:srgbClr val="0000CC"/>
                </a:solidFill>
              </a:rPr>
              <a:t>      n=3</a:t>
            </a:r>
          </a:p>
          <a:p>
            <a:pPr>
              <a:lnSpc>
                <a:spcPct val="150000"/>
              </a:lnSpc>
            </a:pPr>
            <a:r>
              <a:rPr lang="en-US" sz="2400" b="1" dirty="0">
                <a:solidFill>
                  <a:srgbClr val="FF0000"/>
                </a:solidFill>
              </a:rPr>
              <a:t>        Solution: </a:t>
            </a:r>
            <a:r>
              <a:rPr lang="en-US" sz="3200" b="1" dirty="0">
                <a:solidFill>
                  <a:srgbClr val="FF0000"/>
                </a:solidFill>
              </a:rPr>
              <a:t>A→C, A→B, C→B, A→C, B→A, B→C, A→C</a:t>
            </a:r>
            <a:endParaRPr lang="en-US" sz="3200" b="1" dirty="0">
              <a:solidFill>
                <a:srgbClr val="0000CC"/>
              </a:solidFill>
            </a:endParaRPr>
          </a:p>
          <a:p>
            <a:pPr>
              <a:lnSpc>
                <a:spcPct val="150000"/>
              </a:lnSpc>
            </a:pPr>
            <a:endParaRPr lang="en-US" sz="3200" b="1" dirty="0">
              <a:solidFill>
                <a:srgbClr val="0000CC"/>
              </a:solidFill>
            </a:endParaRPr>
          </a:p>
        </p:txBody>
      </p:sp>
      <p:sp>
        <p:nvSpPr>
          <p:cNvPr id="11" name="TextBox 10"/>
          <p:cNvSpPr txBox="1"/>
          <p:nvPr/>
        </p:nvSpPr>
        <p:spPr>
          <a:xfrm>
            <a:off x="80682" y="5603974"/>
            <a:ext cx="8926842" cy="1200329"/>
          </a:xfrm>
          <a:prstGeom prst="rect">
            <a:avLst/>
          </a:prstGeom>
          <a:noFill/>
        </p:spPr>
        <p:txBody>
          <a:bodyPr wrap="square" rtlCol="0">
            <a:spAutoFit/>
          </a:bodyPr>
          <a:lstStyle/>
          <a:p>
            <a:pPr marL="342900" indent="-342900" algn="just">
              <a:buFont typeface="Wingdings" charset="2"/>
              <a:buChar char="ü"/>
            </a:pPr>
            <a:r>
              <a:rPr lang="en-US" sz="2400" b="1" dirty="0">
                <a:solidFill>
                  <a:srgbClr val="00B050"/>
                </a:solidFill>
              </a:rPr>
              <a:t>General Solution to the Tower of Hanoi for any # of Disk is </a:t>
            </a:r>
            <a:r>
              <a:rPr lang="en-US" sz="2400" b="1" dirty="0">
                <a:solidFill>
                  <a:srgbClr val="7030A0"/>
                </a:solidFill>
              </a:rPr>
              <a:t>PREFERRED</a:t>
            </a:r>
            <a:r>
              <a:rPr lang="en-US" sz="2400" b="1" dirty="0">
                <a:solidFill>
                  <a:srgbClr val="00B050"/>
                </a:solidFill>
              </a:rPr>
              <a:t>.</a:t>
            </a:r>
          </a:p>
          <a:p>
            <a:pPr marL="342900" indent="-342900">
              <a:buFont typeface="Wingdings" charset="2"/>
              <a:buChar char="ü"/>
            </a:pPr>
            <a:r>
              <a:rPr lang="en-US" sz="2400" b="1" dirty="0">
                <a:solidFill>
                  <a:srgbClr val="00B050"/>
                </a:solidFill>
              </a:rPr>
              <a:t>Which can be done in </a:t>
            </a:r>
            <a:r>
              <a:rPr lang="en-US" sz="2400" b="1" dirty="0">
                <a:solidFill>
                  <a:srgbClr val="00B0F0"/>
                </a:solidFill>
              </a:rPr>
              <a:t>RECURSIVE</a:t>
            </a:r>
            <a:r>
              <a:rPr lang="en-US" sz="2400" b="1" dirty="0">
                <a:solidFill>
                  <a:srgbClr val="00B050"/>
                </a:solidFill>
              </a:rPr>
              <a:t> way.</a:t>
            </a:r>
          </a:p>
        </p:txBody>
      </p:sp>
    </p:spTree>
    <p:extLst>
      <p:ext uri="{BB962C8B-B14F-4D97-AF65-F5344CB8AC3E}">
        <p14:creationId xmlns:p14="http://schemas.microsoft.com/office/powerpoint/2010/main" val="1820023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
                                            <p:txEl>
                                              <p:pRg st="4" end="4"/>
                                            </p:txEl>
                                          </p:spTgt>
                                        </p:tgtEl>
                                        <p:attrNameLst>
                                          <p:attrName>style.visibility</p:attrName>
                                        </p:attrNameLst>
                                      </p:cBhvr>
                                      <p:to>
                                        <p:strVal val="visible"/>
                                      </p:to>
                                    </p:set>
                                    <p:anim calcmode="lin" valueType="num">
                                      <p:cBhvr additive="base">
                                        <p:cTn id="7" dur="500" fill="hold"/>
                                        <p:tgtEl>
                                          <p:spTgt spid="10">
                                            <p:txEl>
                                              <p:pRg st="4" end="4"/>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0">
                                            <p:txEl>
                                              <p:pRg st="5" end="5"/>
                                            </p:txEl>
                                          </p:spTgt>
                                        </p:tgtEl>
                                        <p:attrNameLst>
                                          <p:attrName>style.visibility</p:attrName>
                                        </p:attrNameLst>
                                      </p:cBhvr>
                                      <p:to>
                                        <p:strVal val="visible"/>
                                      </p:to>
                                    </p:set>
                                    <p:anim calcmode="lin" valueType="num">
                                      <p:cBhvr additive="base">
                                        <p:cTn id="13" dur="500" fill="hold"/>
                                        <p:tgtEl>
                                          <p:spTgt spid="10">
                                            <p:txEl>
                                              <p:pRg st="5" end="5"/>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0">
                                            <p:txEl>
                                              <p:pRg st="6" end="6"/>
                                            </p:txEl>
                                          </p:spTgt>
                                        </p:tgtEl>
                                        <p:attrNameLst>
                                          <p:attrName>style.visibility</p:attrName>
                                        </p:attrNameLst>
                                      </p:cBhvr>
                                      <p:to>
                                        <p:strVal val="visible"/>
                                      </p:to>
                                    </p:set>
                                    <p:anim calcmode="lin" valueType="num">
                                      <p:cBhvr additive="base">
                                        <p:cTn id="19" dur="500" fill="hold"/>
                                        <p:tgtEl>
                                          <p:spTgt spid="10">
                                            <p:txEl>
                                              <p:pRg st="6" end="6"/>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0">
                                            <p:txEl>
                                              <p:pRg st="7" end="7"/>
                                            </p:txEl>
                                          </p:spTgt>
                                        </p:tgtEl>
                                        <p:attrNameLst>
                                          <p:attrName>style.visibility</p:attrName>
                                        </p:attrNameLst>
                                      </p:cBhvr>
                                      <p:to>
                                        <p:strVal val="visible"/>
                                      </p:to>
                                    </p:set>
                                    <p:anim calcmode="lin" valueType="num">
                                      <p:cBhvr additive="base">
                                        <p:cTn id="25" dur="500" fill="hold"/>
                                        <p:tgtEl>
                                          <p:spTgt spid="10">
                                            <p:txEl>
                                              <p:pRg st="7" end="7"/>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40966" y="2774224"/>
            <a:ext cx="8229600" cy="1143000"/>
          </a:xfrm>
        </p:spPr>
        <p:txBody>
          <a:bodyPr/>
          <a:lstStyle/>
          <a:p>
            <a:r>
              <a:rPr lang="en-US" b="1" dirty="0">
                <a:effectLst>
                  <a:outerShdw blurRad="38100" dist="38100" dir="2700000" algn="tl">
                    <a:srgbClr val="000000">
                      <a:alpha val="43137"/>
                    </a:srgbClr>
                  </a:outerShdw>
                </a:effectLst>
              </a:rPr>
              <a:t>Thank you……</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4" name="Slide Number Placeholder 3"/>
          <p:cNvSpPr>
            <a:spLocks noGrp="1"/>
          </p:cNvSpPr>
          <p:nvPr>
            <p:ph type="sldNum" sz="quarter" idx="12"/>
          </p:nvPr>
        </p:nvSpPr>
        <p:spPr/>
        <p:txBody>
          <a:bodyPr/>
          <a:lstStyle/>
          <a:p>
            <a:fld id="{9E7E0763-8C84-4A0C-BF22-E8FBB0D34350}" type="slidenum">
              <a:rPr lang="en-US" smtClean="0"/>
              <a:pPr/>
              <a:t>20</a:t>
            </a:fld>
            <a:endParaRPr lang="en-US"/>
          </a:p>
        </p:txBody>
      </p:sp>
    </p:spTree>
    <p:extLst>
      <p:ext uri="{BB962C8B-B14F-4D97-AF65-F5344CB8AC3E}">
        <p14:creationId xmlns:p14="http://schemas.microsoft.com/office/powerpoint/2010/main" val="110421665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Slipstream">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Slipstream">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ipstream">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theme>
</file>

<file path=ppt/theme/theme3.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7944</TotalTime>
  <Words>967</Words>
  <Application>Microsoft Office PowerPoint</Application>
  <PresentationFormat>On-screen Show (4:3)</PresentationFormat>
  <Paragraphs>218</Paragraphs>
  <Slides>20</Slides>
  <Notes>4</Notes>
  <HiddenSlides>0</HiddenSlides>
  <MMClips>0</MMClips>
  <ScaleCrop>false</ScaleCrop>
  <HeadingPairs>
    <vt:vector size="6" baseType="variant">
      <vt:variant>
        <vt:lpstr>Theme</vt:lpstr>
      </vt:variant>
      <vt:variant>
        <vt:i4>3</vt:i4>
      </vt:variant>
      <vt:variant>
        <vt:lpstr>Embedded OLE Servers</vt:lpstr>
      </vt:variant>
      <vt:variant>
        <vt:i4>1</vt:i4>
      </vt:variant>
      <vt:variant>
        <vt:lpstr>Slide Titles</vt:lpstr>
      </vt:variant>
      <vt:variant>
        <vt:i4>20</vt:i4>
      </vt:variant>
    </vt:vector>
  </HeadingPairs>
  <TitlesOfParts>
    <vt:vector size="24" baseType="lpstr">
      <vt:lpstr>Office Theme</vt:lpstr>
      <vt:lpstr>Slipstream</vt:lpstr>
      <vt:lpstr>3_Office Theme</vt:lpstr>
      <vt:lpstr>CorelPhotoPaint.Image.9</vt:lpstr>
      <vt:lpstr>Data Structures  ICT-1211  Information and Communication Technology</vt:lpstr>
      <vt:lpstr> Stacks, Queues, Recursion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AION</cp:lastModifiedBy>
  <cp:revision>469</cp:revision>
  <dcterms:created xsi:type="dcterms:W3CDTF">2016-12-28T08:52:04Z</dcterms:created>
  <dcterms:modified xsi:type="dcterms:W3CDTF">2024-09-29T01:13:41Z</dcterms:modified>
</cp:coreProperties>
</file>